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handoutMasterIdLst>
    <p:handoutMasterId r:id="rId25"/>
  </p:handoutMasterIdLst>
  <p:sldIdLst>
    <p:sldId id="264" r:id="rId2"/>
    <p:sldId id="495" r:id="rId3"/>
    <p:sldId id="496" r:id="rId4"/>
    <p:sldId id="501" r:id="rId5"/>
    <p:sldId id="502" r:id="rId6"/>
    <p:sldId id="503" r:id="rId7"/>
    <p:sldId id="505" r:id="rId8"/>
    <p:sldId id="506" r:id="rId9"/>
    <p:sldId id="507" r:id="rId10"/>
    <p:sldId id="508" r:id="rId11"/>
    <p:sldId id="504" r:id="rId12"/>
    <p:sldId id="509" r:id="rId13"/>
    <p:sldId id="510" r:id="rId14"/>
    <p:sldId id="511" r:id="rId15"/>
    <p:sldId id="512" r:id="rId16"/>
    <p:sldId id="513" r:id="rId17"/>
    <p:sldId id="514" r:id="rId18"/>
    <p:sldId id="515" r:id="rId19"/>
    <p:sldId id="516" r:id="rId20"/>
    <p:sldId id="517" r:id="rId21"/>
    <p:sldId id="518" r:id="rId22"/>
    <p:sldId id="494" r:id="rId23"/>
  </p:sldIdLst>
  <p:sldSz cx="9906000" cy="6858000" type="A4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search CCNI" initials="RC" lastIdx="1" clrIdx="0">
    <p:extLst>
      <p:ext uri="{19B8F6BF-5375-455C-9EA6-DF929625EA0E}">
        <p15:presenceInfo xmlns:p15="http://schemas.microsoft.com/office/powerpoint/2012/main" userId="73a7f7c4dd27c0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86B"/>
    <a:srgbClr val="203864"/>
    <a:srgbClr val="CDDAEF"/>
    <a:srgbClr val="FFFFFF"/>
    <a:srgbClr val="C5D4ED"/>
    <a:srgbClr val="D6E1F2"/>
    <a:srgbClr val="EFF5FB"/>
    <a:srgbClr val="0412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5244" autoAdjust="0"/>
  </p:normalViewPr>
  <p:slideViewPr>
    <p:cSldViewPr snapToGrid="0">
      <p:cViewPr varScale="1">
        <p:scale>
          <a:sx n="67" d="100"/>
          <a:sy n="67" d="100"/>
        </p:scale>
        <p:origin x="475" y="53"/>
      </p:cViewPr>
      <p:guideLst>
        <p:guide orient="horz" pos="2183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200" d="100"/>
          <a:sy n="200" d="100"/>
        </p:scale>
        <p:origin x="240" y="12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태연" userId="95fb7875339b6638" providerId="LiveId" clId="{3CD0B87C-3F91-478E-AE46-20E68400A6BB}"/>
    <pc:docChg chg="undo redo custSel addSld delSld modSld">
      <pc:chgData name="태연" userId="95fb7875339b6638" providerId="LiveId" clId="{3CD0B87C-3F91-478E-AE46-20E68400A6BB}" dt="2022-06-14T09:46:56.830" v="1440" actId="478"/>
      <pc:docMkLst>
        <pc:docMk/>
      </pc:docMkLst>
      <pc:sldChg chg="modSp mod">
        <pc:chgData name="태연" userId="95fb7875339b6638" providerId="LiveId" clId="{3CD0B87C-3F91-478E-AE46-20E68400A6BB}" dt="2022-06-14T09:23:16.551" v="1348" actId="404"/>
        <pc:sldMkLst>
          <pc:docMk/>
          <pc:sldMk cId="3430721523" sldId="495"/>
        </pc:sldMkLst>
        <pc:spChg chg="mod">
          <ac:chgData name="태연" userId="95fb7875339b6638" providerId="LiveId" clId="{3CD0B87C-3F91-478E-AE46-20E68400A6BB}" dt="2022-06-14T09:23:16.551" v="1348" actId="404"/>
          <ac:spMkLst>
            <pc:docMk/>
            <pc:sldMk cId="3430721523" sldId="495"/>
            <ac:spMk id="9" creationId="{9A8BA6AD-832C-1408-E8C5-54C2C8B245C5}"/>
          </ac:spMkLst>
        </pc:spChg>
      </pc:sldChg>
      <pc:sldChg chg="modSp mod">
        <pc:chgData name="태연" userId="95fb7875339b6638" providerId="LiveId" clId="{3CD0B87C-3F91-478E-AE46-20E68400A6BB}" dt="2022-06-14T08:48:13.586" v="562" actId="20577"/>
        <pc:sldMkLst>
          <pc:docMk/>
          <pc:sldMk cId="1429313221" sldId="501"/>
        </pc:sldMkLst>
        <pc:spChg chg="mod">
          <ac:chgData name="태연" userId="95fb7875339b6638" providerId="LiveId" clId="{3CD0B87C-3F91-478E-AE46-20E68400A6BB}" dt="2022-06-14T08:48:13.586" v="562" actId="20577"/>
          <ac:spMkLst>
            <pc:docMk/>
            <pc:sldMk cId="1429313221" sldId="501"/>
            <ac:spMk id="15" creationId="{34811926-B993-D33F-09F9-D97105034753}"/>
          </ac:spMkLst>
        </pc:spChg>
      </pc:sldChg>
      <pc:sldChg chg="modSp mod">
        <pc:chgData name="태연" userId="95fb7875339b6638" providerId="LiveId" clId="{3CD0B87C-3F91-478E-AE46-20E68400A6BB}" dt="2022-06-14T08:46:23.067" v="501" actId="20577"/>
        <pc:sldMkLst>
          <pc:docMk/>
          <pc:sldMk cId="3660785381" sldId="502"/>
        </pc:sldMkLst>
        <pc:spChg chg="mod">
          <ac:chgData name="태연" userId="95fb7875339b6638" providerId="LiveId" clId="{3CD0B87C-3F91-478E-AE46-20E68400A6BB}" dt="2022-06-14T08:46:23.067" v="501" actId="20577"/>
          <ac:spMkLst>
            <pc:docMk/>
            <pc:sldMk cId="3660785381" sldId="502"/>
            <ac:spMk id="21" creationId="{77A73C1C-BFE7-5C64-A9B2-31087C77229A}"/>
          </ac:spMkLst>
        </pc:spChg>
        <pc:spChg chg="mod">
          <ac:chgData name="태연" userId="95fb7875339b6638" providerId="LiveId" clId="{3CD0B87C-3F91-478E-AE46-20E68400A6BB}" dt="2022-06-14T08:45:42.889" v="459" actId="20577"/>
          <ac:spMkLst>
            <pc:docMk/>
            <pc:sldMk cId="3660785381" sldId="502"/>
            <ac:spMk id="22" creationId="{71EA1405-B564-9510-0AAE-1DBE51961489}"/>
          </ac:spMkLst>
        </pc:spChg>
      </pc:sldChg>
      <pc:sldChg chg="addSp delSp modSp mod">
        <pc:chgData name="태연" userId="95fb7875339b6638" providerId="LiveId" clId="{3CD0B87C-3F91-478E-AE46-20E68400A6BB}" dt="2022-06-14T09:08:59.906" v="969" actId="404"/>
        <pc:sldMkLst>
          <pc:docMk/>
          <pc:sldMk cId="374270868" sldId="503"/>
        </pc:sldMkLst>
        <pc:spChg chg="mod">
          <ac:chgData name="태연" userId="95fb7875339b6638" providerId="LiveId" clId="{3CD0B87C-3F91-478E-AE46-20E68400A6BB}" dt="2022-06-14T09:08:59.906" v="969" actId="404"/>
          <ac:spMkLst>
            <pc:docMk/>
            <pc:sldMk cId="374270868" sldId="503"/>
            <ac:spMk id="4" creationId="{CC0381FA-F697-4DE7-8EEE-6174A3F79A82}"/>
          </ac:spMkLst>
        </pc:spChg>
        <pc:spChg chg="add del mod">
          <ac:chgData name="태연" userId="95fb7875339b6638" providerId="LiveId" clId="{3CD0B87C-3F91-478E-AE46-20E68400A6BB}" dt="2022-06-14T08:55:02.242" v="683" actId="478"/>
          <ac:spMkLst>
            <pc:docMk/>
            <pc:sldMk cId="374270868" sldId="503"/>
            <ac:spMk id="9" creationId="{45E62D99-81AB-A383-B32F-0459D8A8E9FC}"/>
          </ac:spMkLst>
        </pc:spChg>
        <pc:spChg chg="add mod">
          <ac:chgData name="태연" userId="95fb7875339b6638" providerId="LiveId" clId="{3CD0B87C-3F91-478E-AE46-20E68400A6BB}" dt="2022-06-14T09:07:14.635" v="875" actId="207"/>
          <ac:spMkLst>
            <pc:docMk/>
            <pc:sldMk cId="374270868" sldId="503"/>
            <ac:spMk id="11" creationId="{A78FEF61-FEEF-0F50-3462-77BB9EF2E5EF}"/>
          </ac:spMkLst>
        </pc:spChg>
        <pc:picChg chg="add mod">
          <ac:chgData name="태연" userId="95fb7875339b6638" providerId="LiveId" clId="{3CD0B87C-3F91-478E-AE46-20E68400A6BB}" dt="2022-06-14T09:07:17.312" v="876" actId="1076"/>
          <ac:picMkLst>
            <pc:docMk/>
            <pc:sldMk cId="374270868" sldId="503"/>
            <ac:picMk id="3" creationId="{F9EAB505-DEA2-7CFB-E94D-E662E363B3F3}"/>
          </ac:picMkLst>
        </pc:picChg>
      </pc:sldChg>
      <pc:sldChg chg="addSp delSp modSp mod">
        <pc:chgData name="태연" userId="95fb7875339b6638" providerId="LiveId" clId="{3CD0B87C-3F91-478E-AE46-20E68400A6BB}" dt="2022-06-14T09:28:16.252" v="1395" actId="1076"/>
        <pc:sldMkLst>
          <pc:docMk/>
          <pc:sldMk cId="2022715168" sldId="504"/>
        </pc:sldMkLst>
        <pc:spChg chg="mod">
          <ac:chgData name="태연" userId="95fb7875339b6638" providerId="LiveId" clId="{3CD0B87C-3F91-478E-AE46-20E68400A6BB}" dt="2022-06-14T09:09:53.043" v="1042" actId="403"/>
          <ac:spMkLst>
            <pc:docMk/>
            <pc:sldMk cId="2022715168" sldId="504"/>
            <ac:spMk id="4" creationId="{CC0381FA-F697-4DE7-8EEE-6174A3F79A82}"/>
          </ac:spMkLst>
        </pc:spChg>
        <pc:picChg chg="add mod">
          <ac:chgData name="태연" userId="95fb7875339b6638" providerId="LiveId" clId="{3CD0B87C-3F91-478E-AE46-20E68400A6BB}" dt="2022-06-14T09:27:43.887" v="1389" actId="1440"/>
          <ac:picMkLst>
            <pc:docMk/>
            <pc:sldMk cId="2022715168" sldId="504"/>
            <ac:picMk id="9" creationId="{924A4237-693F-2DC5-5602-9E6DE2176A69}"/>
          </ac:picMkLst>
        </pc:picChg>
        <pc:picChg chg="add del mod">
          <ac:chgData name="태연" userId="95fb7875339b6638" providerId="LiveId" clId="{3CD0B87C-3F91-478E-AE46-20E68400A6BB}" dt="2022-06-14T08:58:08.539" v="726"/>
          <ac:picMkLst>
            <pc:docMk/>
            <pc:sldMk cId="2022715168" sldId="504"/>
            <ac:picMk id="2050" creationId="{C6144481-9C74-3255-076F-C368CFFA7672}"/>
          </ac:picMkLst>
        </pc:picChg>
        <pc:picChg chg="add mod">
          <ac:chgData name="태연" userId="95fb7875339b6638" providerId="LiveId" clId="{3CD0B87C-3F91-478E-AE46-20E68400A6BB}" dt="2022-06-14T09:28:14.918" v="1394" actId="1076"/>
          <ac:picMkLst>
            <pc:docMk/>
            <pc:sldMk cId="2022715168" sldId="504"/>
            <ac:picMk id="2052" creationId="{13741783-7078-003C-1C9C-21DA66EB6854}"/>
          </ac:picMkLst>
        </pc:picChg>
        <pc:picChg chg="add mod">
          <ac:chgData name="태연" userId="95fb7875339b6638" providerId="LiveId" clId="{3CD0B87C-3F91-478E-AE46-20E68400A6BB}" dt="2022-06-14T09:28:16.252" v="1395" actId="1076"/>
          <ac:picMkLst>
            <pc:docMk/>
            <pc:sldMk cId="2022715168" sldId="504"/>
            <ac:picMk id="2054" creationId="{AD15296F-002A-0CC3-3BEB-E230FA20CCC0}"/>
          </ac:picMkLst>
        </pc:picChg>
      </pc:sldChg>
      <pc:sldChg chg="add del">
        <pc:chgData name="태연" userId="95fb7875339b6638" providerId="LiveId" clId="{3CD0B87C-3F91-478E-AE46-20E68400A6BB}" dt="2022-06-14T08:50:09.223" v="568" actId="47"/>
        <pc:sldMkLst>
          <pc:docMk/>
          <pc:sldMk cId="2057683808" sldId="505"/>
        </pc:sldMkLst>
      </pc:sldChg>
      <pc:sldChg chg="addSp delSp modSp add mod">
        <pc:chgData name="태연" userId="95fb7875339b6638" providerId="LiveId" clId="{3CD0B87C-3F91-478E-AE46-20E68400A6BB}" dt="2022-06-14T09:09:08.182" v="971"/>
        <pc:sldMkLst>
          <pc:docMk/>
          <pc:sldMk cId="3021515024" sldId="505"/>
        </pc:sldMkLst>
        <pc:spChg chg="del">
          <ac:chgData name="태연" userId="95fb7875339b6638" providerId="LiveId" clId="{3CD0B87C-3F91-478E-AE46-20E68400A6BB}" dt="2022-06-14T09:09:07.901" v="970" actId="478"/>
          <ac:spMkLst>
            <pc:docMk/>
            <pc:sldMk cId="3021515024" sldId="505"/>
            <ac:spMk id="4" creationId="{CC0381FA-F697-4DE7-8EEE-6174A3F79A82}"/>
          </ac:spMkLst>
        </pc:spChg>
        <pc:spChg chg="del">
          <ac:chgData name="태연" userId="95fb7875339b6638" providerId="LiveId" clId="{3CD0B87C-3F91-478E-AE46-20E68400A6BB}" dt="2022-06-14T08:55:00.017" v="682" actId="478"/>
          <ac:spMkLst>
            <pc:docMk/>
            <pc:sldMk cId="3021515024" sldId="505"/>
            <ac:spMk id="9" creationId="{45E62D99-81AB-A383-B32F-0459D8A8E9FC}"/>
          </ac:spMkLst>
        </pc:spChg>
        <pc:spChg chg="add mod">
          <ac:chgData name="태연" userId="95fb7875339b6638" providerId="LiveId" clId="{3CD0B87C-3F91-478E-AE46-20E68400A6BB}" dt="2022-06-14T09:09:08.182" v="971"/>
          <ac:spMkLst>
            <pc:docMk/>
            <pc:sldMk cId="3021515024" sldId="505"/>
            <ac:spMk id="11" creationId="{8711B5E4-D88C-8ECF-DA91-04EB48F241F0}"/>
          </ac:spMkLst>
        </pc:spChg>
        <pc:picChg chg="add mod">
          <ac:chgData name="태연" userId="95fb7875339b6638" providerId="LiveId" clId="{3CD0B87C-3F91-478E-AE46-20E68400A6BB}" dt="2022-06-14T08:55:40.881" v="697" actId="14100"/>
          <ac:picMkLst>
            <pc:docMk/>
            <pc:sldMk cId="3021515024" sldId="505"/>
            <ac:picMk id="3" creationId="{86689D09-2453-BB21-08D6-CA4E32B173FE}"/>
          </ac:picMkLst>
        </pc:picChg>
      </pc:sldChg>
      <pc:sldChg chg="addSp delSp modSp add mod">
        <pc:chgData name="태연" userId="95fb7875339b6638" providerId="LiveId" clId="{3CD0B87C-3F91-478E-AE46-20E68400A6BB}" dt="2022-06-14T09:44:03.949" v="1433" actId="1440"/>
        <pc:sldMkLst>
          <pc:docMk/>
          <pc:sldMk cId="2647610905" sldId="506"/>
        </pc:sldMkLst>
        <pc:spChg chg="del">
          <ac:chgData name="태연" userId="95fb7875339b6638" providerId="LiveId" clId="{3CD0B87C-3F91-478E-AE46-20E68400A6BB}" dt="2022-06-14T09:09:10.787" v="972" actId="478"/>
          <ac:spMkLst>
            <pc:docMk/>
            <pc:sldMk cId="2647610905" sldId="506"/>
            <ac:spMk id="4" creationId="{CC0381FA-F697-4DE7-8EEE-6174A3F79A82}"/>
          </ac:spMkLst>
        </pc:spChg>
        <pc:spChg chg="add del">
          <ac:chgData name="태연" userId="95fb7875339b6638" providerId="LiveId" clId="{3CD0B87C-3F91-478E-AE46-20E68400A6BB}" dt="2022-06-14T08:55:44.962" v="698" actId="478"/>
          <ac:spMkLst>
            <pc:docMk/>
            <pc:sldMk cId="2647610905" sldId="506"/>
            <ac:spMk id="9" creationId="{45E62D99-81AB-A383-B32F-0459D8A8E9FC}"/>
          </ac:spMkLst>
        </pc:spChg>
        <pc:spChg chg="add mod">
          <ac:chgData name="태연" userId="95fb7875339b6638" providerId="LiveId" clId="{3CD0B87C-3F91-478E-AE46-20E68400A6BB}" dt="2022-06-14T09:09:11.095" v="973"/>
          <ac:spMkLst>
            <pc:docMk/>
            <pc:sldMk cId="2647610905" sldId="506"/>
            <ac:spMk id="13" creationId="{D9A5041A-F8EF-1261-F466-4F9ED27F1479}"/>
          </ac:spMkLst>
        </pc:spChg>
        <pc:spChg chg="add mod">
          <ac:chgData name="태연" userId="95fb7875339b6638" providerId="LiveId" clId="{3CD0B87C-3F91-478E-AE46-20E68400A6BB}" dt="2022-06-14T09:43:38.023" v="1428" actId="207"/>
          <ac:spMkLst>
            <pc:docMk/>
            <pc:sldMk cId="2647610905" sldId="506"/>
            <ac:spMk id="18" creationId="{66F7BF10-539B-3953-DD99-C06A1412385C}"/>
          </ac:spMkLst>
        </pc:spChg>
        <pc:spChg chg="add mod">
          <ac:chgData name="태연" userId="95fb7875339b6638" providerId="LiveId" clId="{3CD0B87C-3F91-478E-AE46-20E68400A6BB}" dt="2022-06-14T09:43:43.907" v="1430" actId="1076"/>
          <ac:spMkLst>
            <pc:docMk/>
            <pc:sldMk cId="2647610905" sldId="506"/>
            <ac:spMk id="20" creationId="{9E636C0B-0A3A-5A12-2ED7-925084B55453}"/>
          </ac:spMkLst>
        </pc:spChg>
        <pc:spChg chg="add mod">
          <ac:chgData name="태연" userId="95fb7875339b6638" providerId="LiveId" clId="{3CD0B87C-3F91-478E-AE46-20E68400A6BB}" dt="2022-06-14T09:43:48.392" v="1432" actId="1076"/>
          <ac:spMkLst>
            <pc:docMk/>
            <pc:sldMk cId="2647610905" sldId="506"/>
            <ac:spMk id="21" creationId="{64EC9002-F733-51A0-678C-7E551E6112C9}"/>
          </ac:spMkLst>
        </pc:spChg>
        <pc:picChg chg="add del mod">
          <ac:chgData name="태연" userId="95fb7875339b6638" providerId="LiveId" clId="{3CD0B87C-3F91-478E-AE46-20E68400A6BB}" dt="2022-06-14T08:54:45.570" v="677" actId="478"/>
          <ac:picMkLst>
            <pc:docMk/>
            <pc:sldMk cId="2647610905" sldId="506"/>
            <ac:picMk id="3" creationId="{5F0CBC8E-5D16-D915-D78D-CEC681802428}"/>
          </ac:picMkLst>
        </pc:picChg>
        <pc:picChg chg="add del mod">
          <ac:chgData name="태연" userId="95fb7875339b6638" providerId="LiveId" clId="{3CD0B87C-3F91-478E-AE46-20E68400A6BB}" dt="2022-06-14T09:42:17.809" v="1414" actId="478"/>
          <ac:picMkLst>
            <pc:docMk/>
            <pc:sldMk cId="2647610905" sldId="506"/>
            <ac:picMk id="11" creationId="{0B16CAD2-6648-1FCD-61C5-426E32535B3F}"/>
          </ac:picMkLst>
        </pc:picChg>
        <pc:picChg chg="add del mod">
          <ac:chgData name="태연" userId="95fb7875339b6638" providerId="LiveId" clId="{3CD0B87C-3F91-478E-AE46-20E68400A6BB}" dt="2022-06-14T09:42:17.476" v="1413" actId="478"/>
          <ac:picMkLst>
            <pc:docMk/>
            <pc:sldMk cId="2647610905" sldId="506"/>
            <ac:picMk id="15" creationId="{D9E88CA7-05AF-244D-148B-FD29649B4B71}"/>
          </ac:picMkLst>
        </pc:picChg>
        <pc:picChg chg="add mod">
          <ac:chgData name="태연" userId="95fb7875339b6638" providerId="LiveId" clId="{3CD0B87C-3F91-478E-AE46-20E68400A6BB}" dt="2022-06-14T09:43:15.644" v="1422" actId="1076"/>
          <ac:picMkLst>
            <pc:docMk/>
            <pc:sldMk cId="2647610905" sldId="506"/>
            <ac:picMk id="17" creationId="{E0EEC5F6-74FE-39D2-F656-6A969F8B66A6}"/>
          </ac:picMkLst>
        </pc:picChg>
        <pc:picChg chg="add mod">
          <ac:chgData name="태연" userId="95fb7875339b6638" providerId="LiveId" clId="{3CD0B87C-3F91-478E-AE46-20E68400A6BB}" dt="2022-06-14T09:44:03.949" v="1433" actId="1440"/>
          <ac:picMkLst>
            <pc:docMk/>
            <pc:sldMk cId="2647610905" sldId="506"/>
            <ac:picMk id="5122" creationId="{7C13163E-4207-D563-81F9-542ACF0D8D41}"/>
          </ac:picMkLst>
        </pc:picChg>
      </pc:sldChg>
      <pc:sldChg chg="add del">
        <pc:chgData name="태연" userId="95fb7875339b6638" providerId="LiveId" clId="{3CD0B87C-3F91-478E-AE46-20E68400A6BB}" dt="2022-06-14T08:50:09.723" v="571" actId="47"/>
        <pc:sldMkLst>
          <pc:docMk/>
          <pc:sldMk cId="3639477191" sldId="506"/>
        </pc:sldMkLst>
      </pc:sldChg>
      <pc:sldChg chg="add del">
        <pc:chgData name="태연" userId="95fb7875339b6638" providerId="LiveId" clId="{3CD0B87C-3F91-478E-AE46-20E68400A6BB}" dt="2022-06-14T08:50:13.303" v="572" actId="47"/>
        <pc:sldMkLst>
          <pc:docMk/>
          <pc:sldMk cId="609263245" sldId="507"/>
        </pc:sldMkLst>
      </pc:sldChg>
      <pc:sldChg chg="addSp delSp modSp add mod">
        <pc:chgData name="태연" userId="95fb7875339b6638" providerId="LiveId" clId="{3CD0B87C-3F91-478E-AE46-20E68400A6BB}" dt="2022-06-14T09:27:28.065" v="1388" actId="1076"/>
        <pc:sldMkLst>
          <pc:docMk/>
          <pc:sldMk cId="818826553" sldId="507"/>
        </pc:sldMkLst>
        <pc:spChg chg="del">
          <ac:chgData name="태연" userId="95fb7875339b6638" providerId="LiveId" clId="{3CD0B87C-3F91-478E-AE46-20E68400A6BB}" dt="2022-06-14T09:09:14.915" v="974" actId="478"/>
          <ac:spMkLst>
            <pc:docMk/>
            <pc:sldMk cId="818826553" sldId="507"/>
            <ac:spMk id="4" creationId="{CC0381FA-F697-4DE7-8EEE-6174A3F79A82}"/>
          </ac:spMkLst>
        </pc:spChg>
        <pc:spChg chg="del">
          <ac:chgData name="태연" userId="95fb7875339b6638" providerId="LiveId" clId="{3CD0B87C-3F91-478E-AE46-20E68400A6BB}" dt="2022-06-14T08:55:52.909" v="701" actId="478"/>
          <ac:spMkLst>
            <pc:docMk/>
            <pc:sldMk cId="818826553" sldId="507"/>
            <ac:spMk id="9" creationId="{45E62D99-81AB-A383-B32F-0459D8A8E9FC}"/>
          </ac:spMkLst>
        </pc:spChg>
        <pc:spChg chg="add mod">
          <ac:chgData name="태연" userId="95fb7875339b6638" providerId="LiveId" clId="{3CD0B87C-3F91-478E-AE46-20E68400A6BB}" dt="2022-06-14T09:09:15.188" v="975"/>
          <ac:spMkLst>
            <pc:docMk/>
            <pc:sldMk cId="818826553" sldId="507"/>
            <ac:spMk id="11" creationId="{C2DB0565-C1BD-9D5B-4034-047CFDD17F2A}"/>
          </ac:spMkLst>
        </pc:spChg>
        <pc:picChg chg="add mod modCrop">
          <ac:chgData name="태연" userId="95fb7875339b6638" providerId="LiveId" clId="{3CD0B87C-3F91-478E-AE46-20E68400A6BB}" dt="2022-06-14T09:27:28.065" v="1388" actId="1076"/>
          <ac:picMkLst>
            <pc:docMk/>
            <pc:sldMk cId="818826553" sldId="507"/>
            <ac:picMk id="3" creationId="{53C28B9D-B691-B467-4F57-18BB7A0496ED}"/>
          </ac:picMkLst>
        </pc:picChg>
      </pc:sldChg>
      <pc:sldChg chg="addSp delSp modSp add mod">
        <pc:chgData name="태연" userId="95fb7875339b6638" providerId="LiveId" clId="{3CD0B87C-3F91-478E-AE46-20E68400A6BB}" dt="2022-06-14T09:45:47.471" v="1438" actId="1076"/>
        <pc:sldMkLst>
          <pc:docMk/>
          <pc:sldMk cId="586251575" sldId="508"/>
        </pc:sldMkLst>
        <pc:spChg chg="del">
          <ac:chgData name="태연" userId="95fb7875339b6638" providerId="LiveId" clId="{3CD0B87C-3F91-478E-AE46-20E68400A6BB}" dt="2022-06-14T09:09:21.578" v="976" actId="478"/>
          <ac:spMkLst>
            <pc:docMk/>
            <pc:sldMk cId="586251575" sldId="508"/>
            <ac:spMk id="4" creationId="{CC0381FA-F697-4DE7-8EEE-6174A3F79A82}"/>
          </ac:spMkLst>
        </pc:spChg>
        <pc:spChg chg="del">
          <ac:chgData name="태연" userId="95fb7875339b6638" providerId="LiveId" clId="{3CD0B87C-3F91-478E-AE46-20E68400A6BB}" dt="2022-06-14T08:59:29.818" v="753" actId="478"/>
          <ac:spMkLst>
            <pc:docMk/>
            <pc:sldMk cId="586251575" sldId="508"/>
            <ac:spMk id="9" creationId="{45E62D99-81AB-A383-B32F-0459D8A8E9FC}"/>
          </ac:spMkLst>
        </pc:spChg>
        <pc:spChg chg="add mod">
          <ac:chgData name="태연" userId="95fb7875339b6638" providerId="LiveId" clId="{3CD0B87C-3F91-478E-AE46-20E68400A6BB}" dt="2022-06-14T09:09:21.935" v="977"/>
          <ac:spMkLst>
            <pc:docMk/>
            <pc:sldMk cId="586251575" sldId="508"/>
            <ac:spMk id="14" creationId="{C92F5B44-71EA-A3F5-B5C7-B80E9C2E5CFF}"/>
          </ac:spMkLst>
        </pc:spChg>
        <pc:picChg chg="add mod modCrop">
          <ac:chgData name="태연" userId="95fb7875339b6638" providerId="LiveId" clId="{3CD0B87C-3F91-478E-AE46-20E68400A6BB}" dt="2022-06-14T09:45:47.471" v="1438" actId="1076"/>
          <ac:picMkLst>
            <pc:docMk/>
            <pc:sldMk cId="586251575" sldId="508"/>
            <ac:picMk id="3" creationId="{CF46C0CE-517A-512B-E572-88D3B0728383}"/>
          </ac:picMkLst>
        </pc:picChg>
        <pc:picChg chg="add del mod">
          <ac:chgData name="태연" userId="95fb7875339b6638" providerId="LiveId" clId="{3CD0B87C-3F91-478E-AE46-20E68400A6BB}" dt="2022-06-14T09:45:21.710" v="1434" actId="478"/>
          <ac:picMkLst>
            <pc:docMk/>
            <pc:sldMk cId="586251575" sldId="508"/>
            <ac:picMk id="13" creationId="{9A527D6B-FB31-0F2A-14E4-2FCCCF19C3DA}"/>
          </ac:picMkLst>
        </pc:picChg>
        <pc:picChg chg="add del mod">
          <ac:chgData name="태연" userId="95fb7875339b6638" providerId="LiveId" clId="{3CD0B87C-3F91-478E-AE46-20E68400A6BB}" dt="2022-06-14T08:57:38.103" v="712" actId="21"/>
          <ac:picMkLst>
            <pc:docMk/>
            <pc:sldMk cId="586251575" sldId="508"/>
            <ac:picMk id="1026" creationId="{84C30837-9761-C013-C07E-919BCDEEE1B2}"/>
          </ac:picMkLst>
        </pc:picChg>
      </pc:sldChg>
      <pc:sldChg chg="add del">
        <pc:chgData name="태연" userId="95fb7875339b6638" providerId="LiveId" clId="{3CD0B87C-3F91-478E-AE46-20E68400A6BB}" dt="2022-06-14T08:50:09.361" v="569" actId="47"/>
        <pc:sldMkLst>
          <pc:docMk/>
          <pc:sldMk cId="4057960477" sldId="508"/>
        </pc:sldMkLst>
      </pc:sldChg>
      <pc:sldChg chg="add del">
        <pc:chgData name="태연" userId="95fb7875339b6638" providerId="LiveId" clId="{3CD0B87C-3F91-478E-AE46-20E68400A6BB}" dt="2022-06-14T08:50:09.527" v="570" actId="47"/>
        <pc:sldMkLst>
          <pc:docMk/>
          <pc:sldMk cId="1991427378" sldId="509"/>
        </pc:sldMkLst>
      </pc:sldChg>
      <pc:sldChg chg="addSp delSp modSp add mod">
        <pc:chgData name="태연" userId="95fb7875339b6638" providerId="LiveId" clId="{3CD0B87C-3F91-478E-AE46-20E68400A6BB}" dt="2022-06-14T09:10:15.565" v="1102" actId="404"/>
        <pc:sldMkLst>
          <pc:docMk/>
          <pc:sldMk cId="3723119520" sldId="509"/>
        </pc:sldMkLst>
        <pc:spChg chg="mod">
          <ac:chgData name="태연" userId="95fb7875339b6638" providerId="LiveId" clId="{3CD0B87C-3F91-478E-AE46-20E68400A6BB}" dt="2022-06-14T09:10:15.565" v="1102" actId="404"/>
          <ac:spMkLst>
            <pc:docMk/>
            <pc:sldMk cId="3723119520" sldId="509"/>
            <ac:spMk id="4" creationId="{CC0381FA-F697-4DE7-8EEE-6174A3F79A82}"/>
          </ac:spMkLst>
        </pc:spChg>
        <pc:spChg chg="mod">
          <ac:chgData name="태연" userId="95fb7875339b6638" providerId="LiveId" clId="{3CD0B87C-3F91-478E-AE46-20E68400A6BB}" dt="2022-06-14T09:07:02.433" v="874" actId="207"/>
          <ac:spMkLst>
            <pc:docMk/>
            <pc:sldMk cId="3723119520" sldId="509"/>
            <ac:spMk id="11" creationId="{A78FEF61-FEEF-0F50-3462-77BB9EF2E5EF}"/>
          </ac:spMkLst>
        </pc:spChg>
        <pc:picChg chg="del">
          <ac:chgData name="태연" userId="95fb7875339b6638" providerId="LiveId" clId="{3CD0B87C-3F91-478E-AE46-20E68400A6BB}" dt="2022-06-14T09:00:48.276" v="770" actId="478"/>
          <ac:picMkLst>
            <pc:docMk/>
            <pc:sldMk cId="3723119520" sldId="509"/>
            <ac:picMk id="3" creationId="{F9EAB505-DEA2-7CFB-E94D-E662E363B3F3}"/>
          </ac:picMkLst>
        </pc:picChg>
        <pc:picChg chg="add mod">
          <ac:chgData name="태연" userId="95fb7875339b6638" providerId="LiveId" clId="{3CD0B87C-3F91-478E-AE46-20E68400A6BB}" dt="2022-06-14T09:02:19.652" v="814" actId="1076"/>
          <ac:picMkLst>
            <pc:docMk/>
            <pc:sldMk cId="3723119520" sldId="509"/>
            <ac:picMk id="6" creationId="{C2D97414-25FD-AFC8-51DC-F1E3B724B030}"/>
          </ac:picMkLst>
        </pc:picChg>
        <pc:picChg chg="add mod">
          <ac:chgData name="태연" userId="95fb7875339b6638" providerId="LiveId" clId="{3CD0B87C-3F91-478E-AE46-20E68400A6BB}" dt="2022-06-14T09:03:29.087" v="831" actId="1076"/>
          <ac:picMkLst>
            <pc:docMk/>
            <pc:sldMk cId="3723119520" sldId="509"/>
            <ac:picMk id="13" creationId="{B4042244-D9F6-D3FB-6EE8-FDAB0DFF463E}"/>
          </ac:picMkLst>
        </pc:picChg>
      </pc:sldChg>
      <pc:sldChg chg="addSp delSp modSp add mod">
        <pc:chgData name="태연" userId="95fb7875339b6638" providerId="LiveId" clId="{3CD0B87C-3F91-478E-AE46-20E68400A6BB}" dt="2022-06-14T09:10:30.214" v="1123" actId="14100"/>
        <pc:sldMkLst>
          <pc:docMk/>
          <pc:sldMk cId="1910813217" sldId="510"/>
        </pc:sldMkLst>
        <pc:spChg chg="mod">
          <ac:chgData name="태연" userId="95fb7875339b6638" providerId="LiveId" clId="{3CD0B87C-3F91-478E-AE46-20E68400A6BB}" dt="2022-06-14T09:10:30.214" v="1123" actId="14100"/>
          <ac:spMkLst>
            <pc:docMk/>
            <pc:sldMk cId="1910813217" sldId="510"/>
            <ac:spMk id="4" creationId="{CC0381FA-F697-4DE7-8EEE-6174A3F79A82}"/>
          </ac:spMkLst>
        </pc:spChg>
        <pc:spChg chg="del">
          <ac:chgData name="태연" userId="95fb7875339b6638" providerId="LiveId" clId="{3CD0B87C-3F91-478E-AE46-20E68400A6BB}" dt="2022-06-14T09:01:23.523" v="806" actId="478"/>
          <ac:spMkLst>
            <pc:docMk/>
            <pc:sldMk cId="1910813217" sldId="510"/>
            <ac:spMk id="11" creationId="{A78FEF61-FEEF-0F50-3462-77BB9EF2E5EF}"/>
          </ac:spMkLst>
        </pc:spChg>
        <pc:picChg chg="add del mod">
          <ac:chgData name="태연" userId="95fb7875339b6638" providerId="LiveId" clId="{3CD0B87C-3F91-478E-AE46-20E68400A6BB}" dt="2022-06-14T09:03:36.154" v="832" actId="478"/>
          <ac:picMkLst>
            <pc:docMk/>
            <pc:sldMk cId="1910813217" sldId="510"/>
            <ac:picMk id="3" creationId="{4C4555D2-585E-B765-ECD8-73B8BF0FDBFC}"/>
          </ac:picMkLst>
        </pc:picChg>
        <pc:picChg chg="add mod">
          <ac:chgData name="태연" userId="95fb7875339b6638" providerId="LiveId" clId="{3CD0B87C-3F91-478E-AE46-20E68400A6BB}" dt="2022-06-14T09:04:05.042" v="836" actId="14100"/>
          <ac:picMkLst>
            <pc:docMk/>
            <pc:sldMk cId="1910813217" sldId="510"/>
            <ac:picMk id="9" creationId="{4969B59E-0414-C37F-2180-A89DBA8CFB14}"/>
          </ac:picMkLst>
        </pc:picChg>
      </pc:sldChg>
      <pc:sldChg chg="addSp delSp modSp add mod">
        <pc:chgData name="태연" userId="95fb7875339b6638" providerId="LiveId" clId="{3CD0B87C-3F91-478E-AE46-20E68400A6BB}" dt="2022-06-14T09:46:56.830" v="1440" actId="478"/>
        <pc:sldMkLst>
          <pc:docMk/>
          <pc:sldMk cId="1584343139" sldId="511"/>
        </pc:sldMkLst>
        <pc:spChg chg="del">
          <ac:chgData name="태연" userId="95fb7875339b6638" providerId="LiveId" clId="{3CD0B87C-3F91-478E-AE46-20E68400A6BB}" dt="2022-06-14T09:10:36.454" v="1124" actId="478"/>
          <ac:spMkLst>
            <pc:docMk/>
            <pc:sldMk cId="1584343139" sldId="511"/>
            <ac:spMk id="4" creationId="{CC0381FA-F697-4DE7-8EEE-6174A3F79A82}"/>
          </ac:spMkLst>
        </pc:spChg>
        <pc:spChg chg="mod">
          <ac:chgData name="태연" userId="95fb7875339b6638" providerId="LiveId" clId="{3CD0B87C-3F91-478E-AE46-20E68400A6BB}" dt="2022-06-14T09:12:17.936" v="1173" actId="14100"/>
          <ac:spMkLst>
            <pc:docMk/>
            <pc:sldMk cId="1584343139" sldId="511"/>
            <ac:spMk id="7" creationId="{36188928-9D90-418F-B6D2-9F2275C4E55E}"/>
          </ac:spMkLst>
        </pc:spChg>
        <pc:spChg chg="add mod">
          <ac:chgData name="태연" userId="95fb7875339b6638" providerId="LiveId" clId="{3CD0B87C-3F91-478E-AE46-20E68400A6BB}" dt="2022-06-14T09:10:36.800" v="1125"/>
          <ac:spMkLst>
            <pc:docMk/>
            <pc:sldMk cId="1584343139" sldId="511"/>
            <ac:spMk id="13" creationId="{96905A68-3012-B747-16AD-5679C70597C1}"/>
          </ac:spMkLst>
        </pc:spChg>
        <pc:picChg chg="add mod modCrop">
          <ac:chgData name="태연" userId="95fb7875339b6638" providerId="LiveId" clId="{3CD0B87C-3F91-478E-AE46-20E68400A6BB}" dt="2022-06-14T09:25:23.917" v="1370" actId="14100"/>
          <ac:picMkLst>
            <pc:docMk/>
            <pc:sldMk cId="1584343139" sldId="511"/>
            <ac:picMk id="3" creationId="{F2F4180B-B151-A210-E086-68E8C0A1C74C}"/>
          </ac:picMkLst>
        </pc:picChg>
        <pc:picChg chg="add mod modCrop">
          <ac:chgData name="태연" userId="95fb7875339b6638" providerId="LiveId" clId="{3CD0B87C-3F91-478E-AE46-20E68400A6BB}" dt="2022-06-14T09:25:35.714" v="1373" actId="1076"/>
          <ac:picMkLst>
            <pc:docMk/>
            <pc:sldMk cId="1584343139" sldId="511"/>
            <ac:picMk id="9" creationId="{038AFD92-9FF9-0280-0209-18A38B3E9301}"/>
          </ac:picMkLst>
        </pc:picChg>
        <pc:cxnChg chg="add del">
          <ac:chgData name="태연" userId="95fb7875339b6638" providerId="LiveId" clId="{3CD0B87C-3F91-478E-AE46-20E68400A6BB}" dt="2022-06-14T09:46:56.830" v="1440" actId="478"/>
          <ac:cxnSpMkLst>
            <pc:docMk/>
            <pc:sldMk cId="1584343139" sldId="511"/>
            <ac:cxnSpMk id="14" creationId="{A852737C-6C6B-449A-5B1F-89336FE33DB9}"/>
          </ac:cxnSpMkLst>
        </pc:cxnChg>
      </pc:sldChg>
      <pc:sldChg chg="addSp delSp modSp add mod">
        <pc:chgData name="태연" userId="95fb7875339b6638" providerId="LiveId" clId="{3CD0B87C-3F91-478E-AE46-20E68400A6BB}" dt="2022-06-14T09:12:17.583" v="1172" actId="14100"/>
        <pc:sldMkLst>
          <pc:docMk/>
          <pc:sldMk cId="2327301960" sldId="512"/>
        </pc:sldMkLst>
        <pc:spChg chg="del">
          <ac:chgData name="태연" userId="95fb7875339b6638" providerId="LiveId" clId="{3CD0B87C-3F91-478E-AE46-20E68400A6BB}" dt="2022-06-14T09:10:39.591" v="1126" actId="478"/>
          <ac:spMkLst>
            <pc:docMk/>
            <pc:sldMk cId="2327301960" sldId="512"/>
            <ac:spMk id="4" creationId="{CC0381FA-F697-4DE7-8EEE-6174A3F79A82}"/>
          </ac:spMkLst>
        </pc:spChg>
        <pc:spChg chg="mod">
          <ac:chgData name="태연" userId="95fb7875339b6638" providerId="LiveId" clId="{3CD0B87C-3F91-478E-AE46-20E68400A6BB}" dt="2022-06-14T09:12:17.583" v="1172" actId="14100"/>
          <ac:spMkLst>
            <pc:docMk/>
            <pc:sldMk cId="2327301960" sldId="512"/>
            <ac:spMk id="7" creationId="{36188928-9D90-418F-B6D2-9F2275C4E55E}"/>
          </ac:spMkLst>
        </pc:spChg>
        <pc:spChg chg="add mod">
          <ac:chgData name="태연" userId="95fb7875339b6638" providerId="LiveId" clId="{3CD0B87C-3F91-478E-AE46-20E68400A6BB}" dt="2022-06-14T09:10:39.851" v="1127"/>
          <ac:spMkLst>
            <pc:docMk/>
            <pc:sldMk cId="2327301960" sldId="512"/>
            <ac:spMk id="11" creationId="{F6DC684A-FD80-6344-2F35-CBB3F718A122}"/>
          </ac:spMkLst>
        </pc:spChg>
        <pc:picChg chg="add mod">
          <ac:chgData name="태연" userId="95fb7875339b6638" providerId="LiveId" clId="{3CD0B87C-3F91-478E-AE46-20E68400A6BB}" dt="2022-06-14T09:05:36.676" v="856" actId="1076"/>
          <ac:picMkLst>
            <pc:docMk/>
            <pc:sldMk cId="2327301960" sldId="512"/>
            <ac:picMk id="3" creationId="{180584A3-8000-23AD-105D-843208410B71}"/>
          </ac:picMkLst>
        </pc:picChg>
      </pc:sldChg>
      <pc:sldChg chg="addSp delSp modSp add mod">
        <pc:chgData name="태연" userId="95fb7875339b6638" providerId="LiveId" clId="{3CD0B87C-3F91-478E-AE46-20E68400A6BB}" dt="2022-06-14T09:24:41.729" v="1358" actId="1076"/>
        <pc:sldMkLst>
          <pc:docMk/>
          <pc:sldMk cId="2249021749" sldId="513"/>
        </pc:sldMkLst>
        <pc:spChg chg="del">
          <ac:chgData name="태연" userId="95fb7875339b6638" providerId="LiveId" clId="{3CD0B87C-3F91-478E-AE46-20E68400A6BB}" dt="2022-06-14T09:06:35.167" v="860" actId="478"/>
          <ac:spMkLst>
            <pc:docMk/>
            <pc:sldMk cId="2249021749" sldId="513"/>
            <ac:spMk id="4" creationId="{CC0381FA-F697-4DE7-8EEE-6174A3F79A82}"/>
          </ac:spMkLst>
        </pc:spChg>
        <pc:spChg chg="add del mod">
          <ac:chgData name="태연" userId="95fb7875339b6638" providerId="LiveId" clId="{3CD0B87C-3F91-478E-AE46-20E68400A6BB}" dt="2022-06-14T09:10:44.160" v="1128" actId="478"/>
          <ac:spMkLst>
            <pc:docMk/>
            <pc:sldMk cId="2249021749" sldId="513"/>
            <ac:spMk id="11" creationId="{D91047C2-3495-D813-449F-7ED2FBE808FC}"/>
          </ac:spMkLst>
        </pc:spChg>
        <pc:spChg chg="add mod">
          <ac:chgData name="태연" userId="95fb7875339b6638" providerId="LiveId" clId="{3CD0B87C-3F91-478E-AE46-20E68400A6BB}" dt="2022-06-14T09:10:50.128" v="1145"/>
          <ac:spMkLst>
            <pc:docMk/>
            <pc:sldMk cId="2249021749" sldId="513"/>
            <ac:spMk id="13" creationId="{70049E78-937C-FC7E-EEDD-D9A10B77927E}"/>
          </ac:spMkLst>
        </pc:spChg>
        <pc:picChg chg="add del mod">
          <ac:chgData name="태연" userId="95fb7875339b6638" providerId="LiveId" clId="{3CD0B87C-3F91-478E-AE46-20E68400A6BB}" dt="2022-06-14T09:23:56.803" v="1349" actId="478"/>
          <ac:picMkLst>
            <pc:docMk/>
            <pc:sldMk cId="2249021749" sldId="513"/>
            <ac:picMk id="3" creationId="{8E1B10DD-FB44-6B51-7EAB-37DDCB8D8C7A}"/>
          </ac:picMkLst>
        </pc:picChg>
        <pc:picChg chg="add mod">
          <ac:chgData name="태연" userId="95fb7875339b6638" providerId="LiveId" clId="{3CD0B87C-3F91-478E-AE46-20E68400A6BB}" dt="2022-06-14T09:24:05.310" v="1352" actId="1076"/>
          <ac:picMkLst>
            <pc:docMk/>
            <pc:sldMk cId="2249021749" sldId="513"/>
            <ac:picMk id="9" creationId="{BEC1D2B2-EA59-F780-5DC4-B92ACE88F094}"/>
          </ac:picMkLst>
        </pc:picChg>
        <pc:picChg chg="add mod">
          <ac:chgData name="태연" userId="95fb7875339b6638" providerId="LiveId" clId="{3CD0B87C-3F91-478E-AE46-20E68400A6BB}" dt="2022-06-14T09:24:41.729" v="1358" actId="1076"/>
          <ac:picMkLst>
            <pc:docMk/>
            <pc:sldMk cId="2249021749" sldId="513"/>
            <ac:picMk id="4098" creationId="{BA35D67A-1757-6BC0-78ED-45FF8C195BD2}"/>
          </ac:picMkLst>
        </pc:picChg>
      </pc:sldChg>
      <pc:sldChg chg="addSp modSp add mod">
        <pc:chgData name="태연" userId="95fb7875339b6638" providerId="LiveId" clId="{3CD0B87C-3F91-478E-AE46-20E68400A6BB}" dt="2022-06-14T09:12:39.912" v="1177" actId="14100"/>
        <pc:sldMkLst>
          <pc:docMk/>
          <pc:sldMk cId="1322620160" sldId="514"/>
        </pc:sldMkLst>
        <pc:spChg chg="mod">
          <ac:chgData name="태연" userId="95fb7875339b6638" providerId="LiveId" clId="{3CD0B87C-3F91-478E-AE46-20E68400A6BB}" dt="2022-06-14T09:11:09.867" v="1161" actId="14100"/>
          <ac:spMkLst>
            <pc:docMk/>
            <pc:sldMk cId="1322620160" sldId="514"/>
            <ac:spMk id="4" creationId="{CC0381FA-F697-4DE7-8EEE-6174A3F79A82}"/>
          </ac:spMkLst>
        </pc:spChg>
        <pc:spChg chg="mod">
          <ac:chgData name="태연" userId="95fb7875339b6638" providerId="LiveId" clId="{3CD0B87C-3F91-478E-AE46-20E68400A6BB}" dt="2022-06-14T09:12:39.912" v="1177" actId="14100"/>
          <ac:spMkLst>
            <pc:docMk/>
            <pc:sldMk cId="1322620160" sldId="514"/>
            <ac:spMk id="7" creationId="{36188928-9D90-418F-B6D2-9F2275C4E55E}"/>
          </ac:spMkLst>
        </pc:spChg>
        <pc:spChg chg="add mod">
          <ac:chgData name="태연" userId="95fb7875339b6638" providerId="LiveId" clId="{3CD0B87C-3F91-478E-AE46-20E68400A6BB}" dt="2022-06-14T09:10:55.743" v="1146" actId="1076"/>
          <ac:spMkLst>
            <pc:docMk/>
            <pc:sldMk cId="1322620160" sldId="514"/>
            <ac:spMk id="9" creationId="{40438D21-9DD5-CBD0-C31C-2B0C69408017}"/>
          </ac:spMkLst>
        </pc:spChg>
        <pc:picChg chg="add mod">
          <ac:chgData name="태연" userId="95fb7875339b6638" providerId="LiveId" clId="{3CD0B87C-3F91-478E-AE46-20E68400A6BB}" dt="2022-06-14T09:08:20.102" v="908" actId="14100"/>
          <ac:picMkLst>
            <pc:docMk/>
            <pc:sldMk cId="1322620160" sldId="514"/>
            <ac:picMk id="3" creationId="{B23CFD11-B5B6-206C-C461-FF86A0C47197}"/>
          </ac:picMkLst>
        </pc:picChg>
      </pc:sldChg>
      <pc:sldChg chg="addSp delSp modSp add mod">
        <pc:chgData name="태연" userId="95fb7875339b6638" providerId="LiveId" clId="{3CD0B87C-3F91-478E-AE46-20E68400A6BB}" dt="2022-06-14T09:39:48.708" v="1402" actId="1076"/>
        <pc:sldMkLst>
          <pc:docMk/>
          <pc:sldMk cId="797137464" sldId="515"/>
        </pc:sldMkLst>
        <pc:spChg chg="del">
          <ac:chgData name="태연" userId="95fb7875339b6638" providerId="LiveId" clId="{3CD0B87C-3F91-478E-AE46-20E68400A6BB}" dt="2022-06-14T09:12:50.214" v="1180" actId="478"/>
          <ac:spMkLst>
            <pc:docMk/>
            <pc:sldMk cId="797137464" sldId="515"/>
            <ac:spMk id="9" creationId="{40438D21-9DD5-CBD0-C31C-2B0C69408017}"/>
          </ac:spMkLst>
        </pc:spChg>
        <pc:picChg chg="del">
          <ac:chgData name="태연" userId="95fb7875339b6638" providerId="LiveId" clId="{3CD0B87C-3F91-478E-AE46-20E68400A6BB}" dt="2022-06-14T09:12:49.181" v="1179" actId="478"/>
          <ac:picMkLst>
            <pc:docMk/>
            <pc:sldMk cId="797137464" sldId="515"/>
            <ac:picMk id="3" creationId="{B23CFD11-B5B6-206C-C461-FF86A0C47197}"/>
          </ac:picMkLst>
        </pc:picChg>
        <pc:picChg chg="add mod">
          <ac:chgData name="태연" userId="95fb7875339b6638" providerId="LiveId" clId="{3CD0B87C-3F91-478E-AE46-20E68400A6BB}" dt="2022-06-14T09:13:46.226" v="1189" actId="1076"/>
          <ac:picMkLst>
            <pc:docMk/>
            <pc:sldMk cId="797137464" sldId="515"/>
            <ac:picMk id="6" creationId="{42868328-71F5-221F-B94B-95DFB7A8DB13}"/>
          </ac:picMkLst>
        </pc:picChg>
        <pc:picChg chg="add del mod">
          <ac:chgData name="태연" userId="95fb7875339b6638" providerId="LiveId" clId="{3CD0B87C-3F91-478E-AE46-20E68400A6BB}" dt="2022-06-14T09:13:47.052" v="1190"/>
          <ac:picMkLst>
            <pc:docMk/>
            <pc:sldMk cId="797137464" sldId="515"/>
            <ac:picMk id="3074" creationId="{17DC7C52-647F-68EC-A21E-2D60D5B53DEF}"/>
          </ac:picMkLst>
        </pc:picChg>
        <pc:picChg chg="add mod">
          <ac:chgData name="태연" userId="95fb7875339b6638" providerId="LiveId" clId="{3CD0B87C-3F91-478E-AE46-20E68400A6BB}" dt="2022-06-14T09:39:48.708" v="1402" actId="1076"/>
          <ac:picMkLst>
            <pc:docMk/>
            <pc:sldMk cId="797137464" sldId="515"/>
            <ac:picMk id="3076" creationId="{607DEA2F-2E91-63C2-373E-C94757FB8355}"/>
          </ac:picMkLst>
        </pc:picChg>
      </pc:sldChg>
      <pc:sldChg chg="addSp delSp modSp add del mod">
        <pc:chgData name="태연" userId="95fb7875339b6638" providerId="LiveId" clId="{3CD0B87C-3F91-478E-AE46-20E68400A6BB}" dt="2022-06-14T09:12:26.541" v="1174" actId="47"/>
        <pc:sldMkLst>
          <pc:docMk/>
          <pc:sldMk cId="984801824" sldId="515"/>
        </pc:sldMkLst>
        <pc:spChg chg="del">
          <ac:chgData name="태연" userId="95fb7875339b6638" providerId="LiveId" clId="{3CD0B87C-3F91-478E-AE46-20E68400A6BB}" dt="2022-06-14T09:11:16.368" v="1162" actId="478"/>
          <ac:spMkLst>
            <pc:docMk/>
            <pc:sldMk cId="984801824" sldId="515"/>
            <ac:spMk id="4" creationId="{CC0381FA-F697-4DE7-8EEE-6174A3F79A82}"/>
          </ac:spMkLst>
        </pc:spChg>
        <pc:spChg chg="del">
          <ac:chgData name="태연" userId="95fb7875339b6638" providerId="LiveId" clId="{3CD0B87C-3F91-478E-AE46-20E68400A6BB}" dt="2022-06-14T09:08:25.227" v="911" actId="478"/>
          <ac:spMkLst>
            <pc:docMk/>
            <pc:sldMk cId="984801824" sldId="515"/>
            <ac:spMk id="9" creationId="{40438D21-9DD5-CBD0-C31C-2B0C69408017}"/>
          </ac:spMkLst>
        </pc:spChg>
        <pc:spChg chg="add mod">
          <ac:chgData name="태연" userId="95fb7875339b6638" providerId="LiveId" clId="{3CD0B87C-3F91-478E-AE46-20E68400A6BB}" dt="2022-06-14T09:11:16.743" v="1163"/>
          <ac:spMkLst>
            <pc:docMk/>
            <pc:sldMk cId="984801824" sldId="515"/>
            <ac:spMk id="11" creationId="{E82025C9-8870-1942-C1A7-4268A1424308}"/>
          </ac:spMkLst>
        </pc:spChg>
        <pc:picChg chg="del">
          <ac:chgData name="태연" userId="95fb7875339b6638" providerId="LiveId" clId="{3CD0B87C-3F91-478E-AE46-20E68400A6BB}" dt="2022-06-14T09:08:24.541" v="910" actId="478"/>
          <ac:picMkLst>
            <pc:docMk/>
            <pc:sldMk cId="984801824" sldId="515"/>
            <ac:picMk id="3" creationId="{B23CFD11-B5B6-206C-C461-FF86A0C47197}"/>
          </ac:picMkLst>
        </pc:picChg>
      </pc:sldChg>
      <pc:sldChg chg="add del">
        <pc:chgData name="태연" userId="95fb7875339b6638" providerId="LiveId" clId="{3CD0B87C-3F91-478E-AE46-20E68400A6BB}" dt="2022-06-14T09:11:19.116" v="1164" actId="47"/>
        <pc:sldMkLst>
          <pc:docMk/>
          <pc:sldMk cId="588263735" sldId="516"/>
        </pc:sldMkLst>
      </pc:sldChg>
      <pc:sldChg chg="addSp modSp add mod">
        <pc:chgData name="태연" userId="95fb7875339b6638" providerId="LiveId" clId="{3CD0B87C-3F91-478E-AE46-20E68400A6BB}" dt="2022-06-14T09:15:41.007" v="1206" actId="1076"/>
        <pc:sldMkLst>
          <pc:docMk/>
          <pc:sldMk cId="2904402459" sldId="516"/>
        </pc:sldMkLst>
        <pc:picChg chg="add mod">
          <ac:chgData name="태연" userId="95fb7875339b6638" providerId="LiveId" clId="{3CD0B87C-3F91-478E-AE46-20E68400A6BB}" dt="2022-06-14T09:15:41.007" v="1206" actId="1076"/>
          <ac:picMkLst>
            <pc:docMk/>
            <pc:sldMk cId="2904402459" sldId="516"/>
            <ac:picMk id="3" creationId="{554CEF19-4C41-3E3B-B89C-EB181B0DD08A}"/>
          </ac:picMkLst>
        </pc:picChg>
      </pc:sldChg>
      <pc:sldChg chg="add del">
        <pc:chgData name="태연" userId="95fb7875339b6638" providerId="LiveId" clId="{3CD0B87C-3F91-478E-AE46-20E68400A6BB}" dt="2022-06-14T09:12:28.321" v="1175" actId="47"/>
        <pc:sldMkLst>
          <pc:docMk/>
          <pc:sldMk cId="3470937394" sldId="516"/>
        </pc:sldMkLst>
      </pc:sldChg>
      <pc:sldChg chg="add del">
        <pc:chgData name="태연" userId="95fb7875339b6638" providerId="LiveId" clId="{3CD0B87C-3F91-478E-AE46-20E68400A6BB}" dt="2022-06-14T09:12:29.290" v="1176" actId="47"/>
        <pc:sldMkLst>
          <pc:docMk/>
          <pc:sldMk cId="53506149" sldId="517"/>
        </pc:sldMkLst>
      </pc:sldChg>
      <pc:sldChg chg="add del">
        <pc:chgData name="태연" userId="95fb7875339b6638" providerId="LiveId" clId="{3CD0B87C-3F91-478E-AE46-20E68400A6BB}" dt="2022-06-14T09:11:19.654" v="1165" actId="47"/>
        <pc:sldMkLst>
          <pc:docMk/>
          <pc:sldMk cId="1863770821" sldId="517"/>
        </pc:sldMkLst>
      </pc:sldChg>
      <pc:sldChg chg="addSp modSp add mod">
        <pc:chgData name="태연" userId="95fb7875339b6638" providerId="LiveId" clId="{3CD0B87C-3F91-478E-AE46-20E68400A6BB}" dt="2022-06-14T09:17:27.657" v="1231" actId="1076"/>
        <pc:sldMkLst>
          <pc:docMk/>
          <pc:sldMk cId="1952221866" sldId="517"/>
        </pc:sldMkLst>
        <pc:spChg chg="mod">
          <ac:chgData name="태연" userId="95fb7875339b6638" providerId="LiveId" clId="{3CD0B87C-3F91-478E-AE46-20E68400A6BB}" dt="2022-06-14T09:16:31.367" v="1220"/>
          <ac:spMkLst>
            <pc:docMk/>
            <pc:sldMk cId="1952221866" sldId="517"/>
            <ac:spMk id="4" creationId="{CC0381FA-F697-4DE7-8EEE-6174A3F79A82}"/>
          </ac:spMkLst>
        </pc:spChg>
        <pc:picChg chg="add mod">
          <ac:chgData name="태연" userId="95fb7875339b6638" providerId="LiveId" clId="{3CD0B87C-3F91-478E-AE46-20E68400A6BB}" dt="2022-06-14T09:16:19.910" v="1210" actId="1076"/>
          <ac:picMkLst>
            <pc:docMk/>
            <pc:sldMk cId="1952221866" sldId="517"/>
            <ac:picMk id="3" creationId="{FEA6B131-BE08-58D4-CB1D-AB5CA99C1402}"/>
          </ac:picMkLst>
        </pc:picChg>
        <pc:picChg chg="add mod">
          <ac:chgData name="태연" userId="95fb7875339b6638" providerId="LiveId" clId="{3CD0B87C-3F91-478E-AE46-20E68400A6BB}" dt="2022-06-14T09:17:27.657" v="1231" actId="1076"/>
          <ac:picMkLst>
            <pc:docMk/>
            <pc:sldMk cId="1952221866" sldId="517"/>
            <ac:picMk id="9" creationId="{4BE93FCF-B6D0-C292-F49F-1546AC424216}"/>
          </ac:picMkLst>
        </pc:picChg>
      </pc:sldChg>
      <pc:sldChg chg="add del">
        <pc:chgData name="태연" userId="95fb7875339b6638" providerId="LiveId" clId="{3CD0B87C-3F91-478E-AE46-20E68400A6BB}" dt="2022-06-14T09:17:30.417" v="1232" actId="47"/>
        <pc:sldMkLst>
          <pc:docMk/>
          <pc:sldMk cId="2280397955" sldId="518"/>
        </pc:sldMkLst>
      </pc:sldChg>
      <pc:sldChg chg="delSp modSp add mod">
        <pc:chgData name="태연" userId="95fb7875339b6638" providerId="LiveId" clId="{3CD0B87C-3F91-478E-AE46-20E68400A6BB}" dt="2022-06-14T09:18:18.597" v="1247" actId="1076"/>
        <pc:sldMkLst>
          <pc:docMk/>
          <pc:sldMk cId="3270982819" sldId="518"/>
        </pc:sldMkLst>
        <pc:spChg chg="mod">
          <ac:chgData name="태연" userId="95fb7875339b6638" providerId="LiveId" clId="{3CD0B87C-3F91-478E-AE46-20E68400A6BB}" dt="2022-06-14T09:18:18.597" v="1247" actId="1076"/>
          <ac:spMkLst>
            <pc:docMk/>
            <pc:sldMk cId="3270982819" sldId="518"/>
            <ac:spMk id="4" creationId="{CC0381FA-F697-4DE7-8EEE-6174A3F79A82}"/>
          </ac:spMkLst>
        </pc:spChg>
        <pc:picChg chg="del">
          <ac:chgData name="태연" userId="95fb7875339b6638" providerId="LiveId" clId="{3CD0B87C-3F91-478E-AE46-20E68400A6BB}" dt="2022-06-14T09:18:09.852" v="1243" actId="478"/>
          <ac:picMkLst>
            <pc:docMk/>
            <pc:sldMk cId="3270982819" sldId="518"/>
            <ac:picMk id="3" creationId="{FEA6B131-BE08-58D4-CB1D-AB5CA99C1402}"/>
          </ac:picMkLst>
        </pc:picChg>
        <pc:picChg chg="del">
          <ac:chgData name="태연" userId="95fb7875339b6638" providerId="LiveId" clId="{3CD0B87C-3F91-478E-AE46-20E68400A6BB}" dt="2022-06-14T09:18:10.469" v="1244" actId="478"/>
          <ac:picMkLst>
            <pc:docMk/>
            <pc:sldMk cId="3270982819" sldId="518"/>
            <ac:picMk id="9" creationId="{4BE93FCF-B6D0-C292-F49F-1546AC42421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5CCAD-B8D2-4075-AAD0-1F215C08343E}" type="datetimeFigureOut">
              <a:rPr lang="ko-KR" altLang="en-US" smtClean="0"/>
              <a:t>2022-06-14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F716D-B9F0-4E1C-BE58-F883FCF54A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609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D1F6B6-6BEC-4E51-B3D8-321690CE09CE}" type="datetimeFigureOut">
              <a:rPr lang="ko-KR" altLang="en-US" smtClean="0"/>
              <a:t>2022-06-14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E630A-9B43-4C7C-B2BD-6AD7D44011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17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1425"/>
            <a:ext cx="48355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EBA7C-52C0-4861-8A2C-B14431C86AC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4554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81075" y="1241425"/>
            <a:ext cx="4835525" cy="33496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FEBA7C-52C0-4861-8A2C-B14431C86AC5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608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3B605-588A-4D44-8270-769FCB66D15F}" type="datetime1">
              <a:rPr lang="ko-KR" altLang="en-US" smtClean="0"/>
              <a:t>2022-06-14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70AE-02F3-4DA7-9197-06A5217B5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8446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B57C1-8289-4BC9-B11C-BD924A686B93}" type="datetime1">
              <a:rPr lang="ko-KR" altLang="en-US" smtClean="0"/>
              <a:t>2022-06-14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270AE-02F3-4DA7-9197-06A5217B5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14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1ED54-2382-4BA0-94B3-BA5AF7615C3A}" type="datetime1">
              <a:rPr lang="ko-KR" altLang="en-US" smtClean="0"/>
              <a:t>2022-06-14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270AE-02F3-4DA7-9197-06A5217B5F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00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10000"/>
        </a:lnSpc>
        <a:spcBef>
          <a:spcPts val="1000"/>
        </a:spcBef>
        <a:buSzPct val="70000"/>
        <a:buFont typeface="맑은 고딕" panose="020B0503020000020004" pitchFamily="50" charset="-127"/>
        <a:buChar char="■"/>
        <a:defRPr sz="1800" b="1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10000"/>
        </a:lnSpc>
        <a:spcBef>
          <a:spcPts val="500"/>
        </a:spcBef>
        <a:buSzPct val="70000"/>
        <a:buFont typeface="나눔고딕" panose="020D0604000000000000" pitchFamily="50" charset="-127"/>
        <a:buChar char="▶"/>
        <a:defRPr sz="16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00000"/>
        </a:lnSpc>
        <a:spcBef>
          <a:spcPts val="500"/>
        </a:spcBef>
        <a:buSzPct val="110000"/>
        <a:buFont typeface="Calibri" panose="020F0502020204030204" pitchFamily="34" charset="0"/>
        <a:buChar char="-"/>
        <a:defRPr sz="14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0"/>
          <p:cNvGrpSpPr>
            <a:grpSpLocks/>
          </p:cNvGrpSpPr>
          <p:nvPr/>
        </p:nvGrpSpPr>
        <p:grpSpPr bwMode="auto">
          <a:xfrm>
            <a:off x="1168546" y="1916003"/>
            <a:ext cx="7670506" cy="1512997"/>
            <a:chOff x="2298700" y="2575509"/>
            <a:chExt cx="7670506" cy="1513735"/>
          </a:xfrm>
        </p:grpSpPr>
        <p:grpSp>
          <p:nvGrpSpPr>
            <p:cNvPr id="16" name="그룹 11"/>
            <p:cNvGrpSpPr>
              <a:grpSpLocks/>
            </p:cNvGrpSpPr>
            <p:nvPr/>
          </p:nvGrpSpPr>
          <p:grpSpPr bwMode="auto">
            <a:xfrm>
              <a:off x="2301814" y="2913970"/>
              <a:ext cx="7667392" cy="1175274"/>
              <a:chOff x="2301814" y="2551113"/>
              <a:chExt cx="7667392" cy="1175274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2400299" y="2551113"/>
                <a:ext cx="7568907" cy="117527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301814" y="2830793"/>
                <a:ext cx="7654330" cy="585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3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돋움" panose="020B0604000101010101" pitchFamily="50" charset="-127"/>
                  </a:rPr>
                  <a:t>기말과제 </a:t>
                </a:r>
                <a:r>
                  <a:rPr lang="en-US" altLang="ko-KR" sz="3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돋움" panose="020B0604000101010101" pitchFamily="50" charset="-127"/>
                  </a:rPr>
                  <a:t>(9</a:t>
                </a:r>
                <a:r>
                  <a:rPr lang="ko-KR" altLang="en-US" sz="3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돋움" panose="020B0604000101010101" pitchFamily="50" charset="-127"/>
                  </a:rPr>
                  <a:t>조</a:t>
                </a:r>
                <a:r>
                  <a:rPr lang="en-US" altLang="ko-KR" sz="3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돋움" panose="020B0604000101010101" pitchFamily="50" charset="-127"/>
                  </a:rPr>
                  <a:t>)</a:t>
                </a:r>
                <a:endParaRPr lang="ko-KR" altLang="en-US" sz="3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함초롬돋움" panose="020B0604000101010101" pitchFamily="50" charset="-127"/>
                </a:endParaRPr>
              </a:p>
            </p:txBody>
          </p:sp>
        </p:grpSp>
        <p:sp>
          <p:nvSpPr>
            <p:cNvPr id="17" name="직사각형 16"/>
            <p:cNvSpPr/>
            <p:nvPr/>
          </p:nvSpPr>
          <p:spPr>
            <a:xfrm>
              <a:off x="2298700" y="2575509"/>
              <a:ext cx="70231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+mn-ea"/>
                </a:rPr>
                <a:t>Big Data Language</a:t>
              </a:r>
              <a:endPara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A3D2337-CF49-C630-CB62-F0017291CF2B}"/>
              </a:ext>
            </a:extLst>
          </p:cNvPr>
          <p:cNvSpPr txBox="1"/>
          <p:nvPr/>
        </p:nvSpPr>
        <p:spPr>
          <a:xfrm>
            <a:off x="-485193" y="3739383"/>
            <a:ext cx="11079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서울시 코로나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 수와 미세먼지 및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따릉이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이용량의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 비교</a:t>
            </a: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&amp;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분석</a:t>
            </a:r>
          </a:p>
          <a:p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FCE2D-52D6-DEC9-F633-2AA83B15BF28}"/>
              </a:ext>
            </a:extLst>
          </p:cNvPr>
          <p:cNvSpPr txBox="1"/>
          <p:nvPr/>
        </p:nvSpPr>
        <p:spPr>
          <a:xfrm>
            <a:off x="7386816" y="5499051"/>
            <a:ext cx="2545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201_2040__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정효준</a:t>
            </a:r>
            <a:b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</a:b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20172040__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홍성혁</a:t>
            </a:r>
            <a:b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</a:b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20182040__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장효영</a:t>
            </a:r>
            <a:b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</a:b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2021204058 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이태연</a:t>
            </a:r>
          </a:p>
        </p:txBody>
      </p:sp>
    </p:spTree>
    <p:extLst>
      <p:ext uri="{BB962C8B-B14F-4D97-AF65-F5344CB8AC3E}">
        <p14:creationId xmlns:p14="http://schemas.microsoft.com/office/powerpoint/2010/main" val="3639376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254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4"/>
            <a:ext cx="26592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목차 소개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8BA6AD-832C-1408-E8C5-54C2C8B245C5}"/>
              </a:ext>
            </a:extLst>
          </p:cNvPr>
          <p:cNvSpPr txBox="1"/>
          <p:nvPr/>
        </p:nvSpPr>
        <p:spPr>
          <a:xfrm>
            <a:off x="660400" y="1500137"/>
            <a:ext cx="8283576" cy="4493538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marL="514350" indent="-514350">
              <a:buAutoNum type="arabicParenR"/>
            </a:pP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주제 선정 동기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endParaRPr lang="en-US" altLang="ko-KR" sz="20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2)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데이터 설명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endParaRPr lang="en-US" altLang="ko-KR" sz="24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3) </a:t>
            </a:r>
            <a:r>
              <a:rPr lang="ko-KR" altLang="en-US" sz="28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파이썬을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이용한 데이터 처리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endParaRPr lang="en-US" altLang="ko-KR" sz="24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4)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 </a:t>
            </a:r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결과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endParaRPr lang="en-US" altLang="ko-KR" sz="6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pPr marL="1028700" lvl="1" indent="-571500">
              <a:buFont typeface="+mj-lt"/>
              <a:buAutoNum type="romanUcPeriod"/>
            </a:pP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이산화질소 농도 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&amp; 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코로나 </a:t>
            </a:r>
            <a:r>
              <a:rPr lang="ko-KR" altLang="en-US" b="1" dirty="0" err="1">
                <a:solidFill>
                  <a:schemeClr val="accent6">
                    <a:lumMod val="75000"/>
                  </a:schemeClr>
                </a:solidFill>
                <a:latin typeface="+mn-ea"/>
              </a:rPr>
              <a:t>확진자</a:t>
            </a:r>
            <a:endParaRPr lang="en-US" altLang="ko-KR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  <a:p>
            <a:pPr marL="1028700" lvl="1" indent="-571500">
              <a:buFont typeface="+mj-lt"/>
              <a:buAutoNum type="romanUcPeriod"/>
            </a:pP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지하철 이용자 수 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&amp; 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코로나 </a:t>
            </a:r>
            <a:r>
              <a:rPr lang="ko-KR" altLang="en-US" b="1" dirty="0" err="1">
                <a:solidFill>
                  <a:schemeClr val="accent6">
                    <a:lumMod val="75000"/>
                  </a:schemeClr>
                </a:solidFill>
                <a:latin typeface="+mn-ea"/>
              </a:rPr>
              <a:t>확진자</a:t>
            </a:r>
            <a:endParaRPr lang="en-US" altLang="ko-KR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  <a:p>
            <a:pPr marL="1028700" lvl="1" indent="-571500">
              <a:buFont typeface="+mj-lt"/>
              <a:buAutoNum type="romanUcPeriod"/>
            </a:pP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공공 자전거 이용자 수 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&amp; </a:t>
            </a:r>
            <a:r>
              <a:rPr lang="ko-KR" altLang="en-US" b="1" dirty="0">
                <a:solidFill>
                  <a:schemeClr val="accent6">
                    <a:lumMod val="75000"/>
                  </a:schemeClr>
                </a:solidFill>
                <a:latin typeface="+mn-ea"/>
              </a:rPr>
              <a:t>코로나 </a:t>
            </a:r>
            <a:r>
              <a:rPr lang="ko-KR" altLang="en-US" b="1" dirty="0" err="1">
                <a:solidFill>
                  <a:schemeClr val="accent6">
                    <a:lumMod val="75000"/>
                  </a:schemeClr>
                </a:solidFill>
                <a:latin typeface="+mn-ea"/>
              </a:rPr>
              <a:t>확진자</a:t>
            </a:r>
            <a:endParaRPr lang="en-US" altLang="ko-KR" b="1" dirty="0">
              <a:solidFill>
                <a:schemeClr val="accent6">
                  <a:lumMod val="75000"/>
                </a:schemeClr>
              </a:solidFill>
              <a:latin typeface="+mn-ea"/>
            </a:endParaRPr>
          </a:p>
          <a:p>
            <a:endParaRPr lang="en-US" altLang="ko-KR" sz="16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5) 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마무리 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0721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4"/>
            <a:ext cx="26592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주제 선정 동기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52AC455-355C-67B2-A8F0-B5A5C1AE8661}"/>
              </a:ext>
            </a:extLst>
          </p:cNvPr>
          <p:cNvSpPr/>
          <p:nvPr/>
        </p:nvSpPr>
        <p:spPr>
          <a:xfrm>
            <a:off x="3448710" y="2230529"/>
            <a:ext cx="3067185" cy="3067185"/>
          </a:xfrm>
          <a:prstGeom prst="ellipse">
            <a:avLst/>
          </a:prstGeom>
          <a:noFill/>
          <a:ln w="5715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1">
                    <a:alpha val="0"/>
                  </a:schemeClr>
                </a:solidFill>
              </a:ln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FE2435BA-6711-4B1D-7DB1-CD6BE0FE130D}"/>
              </a:ext>
            </a:extLst>
          </p:cNvPr>
          <p:cNvSpPr/>
          <p:nvPr/>
        </p:nvSpPr>
        <p:spPr>
          <a:xfrm>
            <a:off x="3102997" y="2187425"/>
            <a:ext cx="1413362" cy="141336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spcBef>
                <a:spcPts val="200"/>
              </a:spcBef>
              <a:tabLst>
                <a:tab pos="71438" algn="l"/>
                <a:tab pos="114300" algn="l"/>
              </a:tabLst>
            </a:pPr>
            <a:r>
              <a:rPr lang="ko-KR" altLang="en-US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따릉이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D546D6CD-ECB5-67B8-85A3-13979306C66C}"/>
              </a:ext>
            </a:extLst>
          </p:cNvPr>
          <p:cNvSpPr/>
          <p:nvPr/>
        </p:nvSpPr>
        <p:spPr>
          <a:xfrm>
            <a:off x="5561920" y="2187425"/>
            <a:ext cx="1413362" cy="141336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spcBef>
                <a:spcPts val="200"/>
              </a:spcBef>
              <a:tabLst>
                <a:tab pos="71438" algn="l"/>
                <a:tab pos="114300" algn="l"/>
              </a:tabLst>
            </a:pPr>
            <a:r>
              <a: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COVID-19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BB3E167-BF57-23C8-2133-2B75A066A340}"/>
              </a:ext>
            </a:extLst>
          </p:cNvPr>
          <p:cNvSpPr/>
          <p:nvPr/>
        </p:nvSpPr>
        <p:spPr>
          <a:xfrm>
            <a:off x="3102997" y="4093723"/>
            <a:ext cx="1413362" cy="141336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spcBef>
                <a:spcPts val="200"/>
              </a:spcBef>
              <a:tabLst>
                <a:tab pos="71438" algn="l"/>
                <a:tab pos="114300" algn="l"/>
              </a:tabLst>
            </a:pP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미세먼지</a:t>
            </a:r>
            <a:endParaRPr lang="en-US" altLang="ko-KR" sz="16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ctr" latinLnBrk="0">
              <a:spcBef>
                <a:spcPts val="200"/>
              </a:spcBef>
              <a:tabLst>
                <a:tab pos="71438" algn="l"/>
                <a:tab pos="114300" algn="l"/>
              </a:tabLst>
            </a:pP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이산화질소</a:t>
            </a:r>
            <a:r>
              <a:rPr lang="en-US" altLang="ko-KR" sz="16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3E37D4A-CD25-E8E2-00B2-E14EC20C7339}"/>
              </a:ext>
            </a:extLst>
          </p:cNvPr>
          <p:cNvSpPr/>
          <p:nvPr/>
        </p:nvSpPr>
        <p:spPr>
          <a:xfrm>
            <a:off x="3943299" y="3486453"/>
            <a:ext cx="2078008" cy="5553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spcBef>
                <a:spcPts val="200"/>
              </a:spcBef>
              <a:tabLst>
                <a:tab pos="71438" algn="l"/>
                <a:tab pos="114300" algn="l"/>
              </a:tabLst>
            </a:pP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핵심 키워드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6AC1C70-8E0A-8FD1-6F1C-77568023B547}"/>
              </a:ext>
            </a:extLst>
          </p:cNvPr>
          <p:cNvSpPr/>
          <p:nvPr/>
        </p:nvSpPr>
        <p:spPr>
          <a:xfrm>
            <a:off x="5561920" y="3963071"/>
            <a:ext cx="1413362" cy="141336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spcBef>
                <a:spcPts val="200"/>
              </a:spcBef>
              <a:tabLst>
                <a:tab pos="71438" algn="l"/>
                <a:tab pos="114300" algn="l"/>
              </a:tabLst>
            </a:pPr>
            <a:r>
              <a:rPr lang="ko-KR" altLang="en-US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지하철</a:t>
            </a:r>
            <a:endParaRPr lang="en-US" altLang="ko-KR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9166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>
            <a:cxnSpLocks/>
          </p:cNvCxnSpPr>
          <p:nvPr/>
        </p:nvCxnSpPr>
        <p:spPr>
          <a:xfrm>
            <a:off x="406340" y="1145057"/>
            <a:ext cx="9093317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30"/>
            <a:ext cx="1668203" cy="9802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45053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406340" y="6596742"/>
            <a:ext cx="9093317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2548987" y="773209"/>
            <a:ext cx="2659253" cy="276999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b="1">
                <a:solidFill>
                  <a:schemeClr val="accent6">
                    <a:lumMod val="50000"/>
                  </a:schemeClr>
                </a:solidFill>
                <a:latin typeface="+mn-ea"/>
              </a:rPr>
              <a:t>공공데이터포털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이용</a:t>
            </a:r>
            <a:endParaRPr lang="en-US" altLang="ko-KR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65CAEA-9A9F-61F3-E438-3F5F3B78421C}"/>
              </a:ext>
            </a:extLst>
          </p:cNvPr>
          <p:cNvGrpSpPr/>
          <p:nvPr/>
        </p:nvGrpSpPr>
        <p:grpSpPr>
          <a:xfrm>
            <a:off x="585286" y="1582479"/>
            <a:ext cx="4110990" cy="4532585"/>
            <a:chOff x="585286" y="1582479"/>
            <a:chExt cx="4110990" cy="453258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E599E1E-33E0-99B4-0458-9A42C787FAD2}"/>
                </a:ext>
              </a:extLst>
            </p:cNvPr>
            <p:cNvSpPr/>
            <p:nvPr/>
          </p:nvSpPr>
          <p:spPr>
            <a:xfrm>
              <a:off x="585286" y="1582479"/>
              <a:ext cx="4110990" cy="71491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200"/>
                </a:spcBef>
                <a:tabLst>
                  <a:tab pos="71438" algn="l"/>
                  <a:tab pos="114300" algn="l"/>
                </a:tabLst>
              </a:pPr>
              <a:r>
                <a:rPr lang="en-US" altLang="ko-KR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COVID-19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4811926-B993-D33F-09F9-D97105034753}"/>
                </a:ext>
              </a:extLst>
            </p:cNvPr>
            <p:cNvSpPr/>
            <p:nvPr/>
          </p:nvSpPr>
          <p:spPr>
            <a:xfrm>
              <a:off x="585286" y="2144765"/>
              <a:ext cx="4110990" cy="3970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수업시간에 과제용으로 주셨던 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covid.csv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파일 </a:t>
              </a: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공공데이터 포털에서 찾은 서울 코로나 </a:t>
              </a:r>
              <a:r>
                <a:rPr lang="ko-KR" altLang="en-US" sz="1500" spc="-7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확진자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데이터 파일</a:t>
              </a: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이렇게 두 개의 데이터를 사용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ACDE15D-A652-1EA8-5A4B-C0099FDD2DEE}"/>
                </a:ext>
              </a:extLst>
            </p:cNvPr>
            <p:cNvSpPr/>
            <p:nvPr/>
          </p:nvSpPr>
          <p:spPr>
            <a:xfrm>
              <a:off x="585286" y="5976676"/>
              <a:ext cx="4110990" cy="9010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200"/>
                </a:spcBef>
                <a:tabLst>
                  <a:tab pos="71438" algn="l"/>
                  <a:tab pos="114300" algn="l"/>
                </a:tabLst>
              </a:pPr>
              <a:endParaRPr lang="en-US" altLang="ko-KR" sz="15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A396ACC-8841-627A-4576-7AB1A604C717}"/>
              </a:ext>
            </a:extLst>
          </p:cNvPr>
          <p:cNvGrpSpPr/>
          <p:nvPr/>
        </p:nvGrpSpPr>
        <p:grpSpPr>
          <a:xfrm>
            <a:off x="5086201" y="1582472"/>
            <a:ext cx="4413456" cy="4595356"/>
            <a:chOff x="5086201" y="1582472"/>
            <a:chExt cx="4413456" cy="4595356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84A02B7-C899-DE6D-B8B4-865F5E9F1BF4}"/>
                </a:ext>
              </a:extLst>
            </p:cNvPr>
            <p:cNvSpPr/>
            <p:nvPr/>
          </p:nvSpPr>
          <p:spPr>
            <a:xfrm>
              <a:off x="5086201" y="1582472"/>
              <a:ext cx="4399570" cy="71491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200"/>
                </a:spcBef>
                <a:tabLst>
                  <a:tab pos="71438" algn="l"/>
                  <a:tab pos="114300" algn="l"/>
                </a:tabLst>
              </a:pPr>
              <a:r>
                <a:rPr lang="ko-KR" altLang="en-US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서울시 공공 자전거 이용자 수</a:t>
              </a:r>
              <a:r>
                <a:rPr lang="en-US" altLang="ko-KR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b="1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따릉이</a:t>
              </a:r>
              <a:r>
                <a:rPr lang="en-US" altLang="ko-KR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CF7DFDF-916A-02AF-CA84-FC591D265437}"/>
                </a:ext>
              </a:extLst>
            </p:cNvPr>
            <p:cNvSpPr/>
            <p:nvPr/>
          </p:nvSpPr>
          <p:spPr>
            <a:xfrm>
              <a:off x="5100087" y="2207494"/>
              <a:ext cx="4399570" cy="3970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세부 사항을 입력하세요</a:t>
              </a: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EB75904-216F-42BB-D2DF-625A3643FAC2}"/>
                </a:ext>
              </a:extLst>
            </p:cNvPr>
            <p:cNvSpPr/>
            <p:nvPr/>
          </p:nvSpPr>
          <p:spPr>
            <a:xfrm>
              <a:off x="5086201" y="5976667"/>
              <a:ext cx="4399570" cy="9010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200"/>
                </a:spcBef>
                <a:tabLst>
                  <a:tab pos="71438" algn="l"/>
                  <a:tab pos="114300" algn="l"/>
                </a:tabLst>
              </a:pPr>
              <a:endPara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8775B4F-190A-D81E-468A-F71089BD1D2C}"/>
              </a:ext>
            </a:extLst>
          </p:cNvPr>
          <p:cNvSpPr txBox="1"/>
          <p:nvPr/>
        </p:nvSpPr>
        <p:spPr>
          <a:xfrm>
            <a:off x="519430" y="616142"/>
            <a:ext cx="26592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데이터 설명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931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5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4"/>
            <a:ext cx="4904374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파이썬을</a:t>
            </a:r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이용한 데이터 처리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9102156-2F93-73FD-64F6-2EF11A668929}"/>
              </a:ext>
            </a:extLst>
          </p:cNvPr>
          <p:cNvGrpSpPr/>
          <p:nvPr/>
        </p:nvGrpSpPr>
        <p:grpSpPr>
          <a:xfrm>
            <a:off x="585286" y="1582479"/>
            <a:ext cx="4110990" cy="4532585"/>
            <a:chOff x="585286" y="1582479"/>
            <a:chExt cx="4110990" cy="453258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A9949D6-8E91-4D64-B05C-271E69A6E18F}"/>
                </a:ext>
              </a:extLst>
            </p:cNvPr>
            <p:cNvSpPr/>
            <p:nvPr/>
          </p:nvSpPr>
          <p:spPr>
            <a:xfrm>
              <a:off x="585286" y="1582479"/>
              <a:ext cx="4110990" cy="71491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200"/>
                </a:spcBef>
                <a:tabLst>
                  <a:tab pos="71438" algn="l"/>
                  <a:tab pos="114300" algn="l"/>
                </a:tabLst>
              </a:pPr>
              <a:r>
                <a:rPr lang="ko-KR" altLang="en-US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미세먼지</a:t>
              </a:r>
              <a:r>
                <a:rPr lang="en-US" altLang="ko-KR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이산화질소</a:t>
              </a:r>
              <a:r>
                <a:rPr lang="en-US" altLang="ko-KR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18D95C2-E8E0-C6DF-4BF1-60AE6BF7C8CD}"/>
                </a:ext>
              </a:extLst>
            </p:cNvPr>
            <p:cNvSpPr/>
            <p:nvPr/>
          </p:nvSpPr>
          <p:spPr>
            <a:xfrm>
              <a:off x="585286" y="5976676"/>
              <a:ext cx="4110990" cy="9010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200"/>
                </a:spcBef>
                <a:tabLst>
                  <a:tab pos="71438" algn="l"/>
                  <a:tab pos="114300" algn="l"/>
                </a:tabLst>
              </a:pPr>
              <a:endParaRPr lang="en-US" altLang="ko-KR" sz="15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7A73C1C-BFE7-5C64-A9B2-31087C77229A}"/>
                </a:ext>
              </a:extLst>
            </p:cNvPr>
            <p:cNvSpPr/>
            <p:nvPr/>
          </p:nvSpPr>
          <p:spPr>
            <a:xfrm>
              <a:off x="585286" y="2144765"/>
              <a:ext cx="4110990" cy="39702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2020.1.1 ~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2020.12.31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측정소별 이산화질소농도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오존농도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이산화탄소농도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아황산가스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미세먼지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초미세먼지 </a:t>
              </a:r>
              <a:r>
                <a:rPr lang="ko-KR" altLang="en-US" sz="1500" spc="-7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측정량이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나와있는 데이터에서 측정날짜와 이산화질소농도를 사용</a:t>
              </a: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그 이유는 이산화질소는 미세먼지를 만드는 핵심 </a:t>
              </a:r>
              <a:r>
                <a:rPr lang="ko-KR" altLang="en-US" sz="1500" spc="-7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대기오염물질이며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중국을 비롯한 여러 나라에서 코로나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19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방역을 위해 도시를 봉쇄한 후 가장 많은 변화가 있는 대기오염물질이기 때문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</a:t>
              </a:r>
            </a:p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C4342FDA-B7B2-EC55-183A-52BE2C3EB9CB}"/>
              </a:ext>
            </a:extLst>
          </p:cNvPr>
          <p:cNvGrpSpPr/>
          <p:nvPr/>
        </p:nvGrpSpPr>
        <p:grpSpPr>
          <a:xfrm>
            <a:off x="5100087" y="1582480"/>
            <a:ext cx="4399570" cy="4595348"/>
            <a:chOff x="5100087" y="1582480"/>
            <a:chExt cx="4399570" cy="4595348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97151E0-EC15-0DFB-00ED-2E22C90830ED}"/>
                </a:ext>
              </a:extLst>
            </p:cNvPr>
            <p:cNvSpPr/>
            <p:nvPr/>
          </p:nvSpPr>
          <p:spPr>
            <a:xfrm>
              <a:off x="5100087" y="1582480"/>
              <a:ext cx="4110990" cy="71491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200"/>
                </a:spcBef>
                <a:tabLst>
                  <a:tab pos="71438" algn="l"/>
                  <a:tab pos="114300" algn="l"/>
                </a:tabLst>
              </a:pPr>
              <a:r>
                <a:rPr lang="ko-KR" altLang="en-US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지하철 이용객 수</a:t>
              </a:r>
              <a:endPara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9FC96FA-415C-308F-5D87-04706553D814}"/>
                </a:ext>
              </a:extLst>
            </p:cNvPr>
            <p:cNvSpPr/>
            <p:nvPr/>
          </p:nvSpPr>
          <p:spPr>
            <a:xfrm>
              <a:off x="5100087" y="5976675"/>
              <a:ext cx="4110990" cy="9010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>
                <a:spcBef>
                  <a:spcPts val="200"/>
                </a:spcBef>
                <a:tabLst>
                  <a:tab pos="71438" algn="l"/>
                  <a:tab pos="114300" algn="l"/>
                </a:tabLst>
              </a:pPr>
              <a:endParaRPr lang="en-US" altLang="ko-KR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1EA1405-B564-9510-0AAE-1DBE51961489}"/>
                </a:ext>
              </a:extLst>
            </p:cNvPr>
            <p:cNvSpPr/>
            <p:nvPr/>
          </p:nvSpPr>
          <p:spPr>
            <a:xfrm>
              <a:off x="5100087" y="2207494"/>
              <a:ext cx="4399570" cy="3970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85738" indent="-185738" latinLnBrk="0">
                <a:spcBef>
                  <a:spcPts val="200"/>
                </a:spcBef>
                <a:buFont typeface="Arial" panose="020B0604020202020204" pitchFamily="34" charset="0"/>
                <a:buChar char="•"/>
                <a:tabLst>
                  <a:tab pos="71438" algn="l"/>
                  <a:tab pos="114300" algn="l"/>
                </a:tabLst>
              </a:pP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한 달 동안의 날짜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노선명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역명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승차총객수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하차총객수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등록일자가 나와있는 데이터를 결합하여 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2020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년 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월부터 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11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월까지의 데이터를 새로 만들었고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날짜와 </a:t>
              </a:r>
              <a:r>
                <a:rPr lang="ko-KR" altLang="en-US" sz="1500" spc="-7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승차총객수를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사용</a:t>
              </a:r>
              <a:r>
                <a:rPr lang="en-US" altLang="ko-KR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.</a:t>
              </a:r>
              <a:r>
                <a:rPr lang="ko-KR" altLang="en-US" sz="1500" spc="-7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endParaRPr lang="en-US" altLang="ko-KR" sz="1500" spc="-7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078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6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4"/>
            <a:ext cx="827500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이산화질소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sz="20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EAB505-DEA2-7CFB-E94D-E662E363B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37" y="1778906"/>
            <a:ext cx="7281330" cy="457585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8FEF61-FEEF-0F50-3462-77BB9EF2E5EF}"/>
              </a:ext>
            </a:extLst>
          </p:cNvPr>
          <p:cNvSpPr txBox="1"/>
          <p:nvPr/>
        </p:nvSpPr>
        <p:spPr>
          <a:xfrm>
            <a:off x="504190" y="1333018"/>
            <a:ext cx="6491923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이산화질소 농도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코로나 </a:t>
            </a:r>
            <a:r>
              <a:rPr lang="ko-KR" altLang="en-US" sz="2000" b="1" dirty="0" err="1">
                <a:solidFill>
                  <a:srgbClr val="FF0000"/>
                </a:solidFill>
                <a:latin typeface="+mn-ea"/>
              </a:rPr>
              <a:t>확진자</a:t>
            </a:r>
            <a:endParaRPr lang="en-US" altLang="ko-KR" sz="20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4270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7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689D09-2453-BB21-08D6-CA4E32B1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36" y="1243083"/>
            <a:ext cx="7989935" cy="50960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11B5E4-D88C-8ECF-DA91-04EB48F241F0}"/>
              </a:ext>
            </a:extLst>
          </p:cNvPr>
          <p:cNvSpPr txBox="1"/>
          <p:nvPr/>
        </p:nvSpPr>
        <p:spPr>
          <a:xfrm>
            <a:off x="617537" y="616144"/>
            <a:ext cx="827500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이산화질소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sz="20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151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A5041A-F8EF-1261-F466-4F9ED27F1479}"/>
              </a:ext>
            </a:extLst>
          </p:cNvPr>
          <p:cNvSpPr txBox="1"/>
          <p:nvPr/>
        </p:nvSpPr>
        <p:spPr>
          <a:xfrm>
            <a:off x="617537" y="616144"/>
            <a:ext cx="827500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이산화질소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sz="20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0EEC5F6-74FE-39D2-F656-6A969F8B6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1306309"/>
            <a:ext cx="7060326" cy="3718438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7C13163E-4207-D563-81F9-542ACF0D8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467" y="4343580"/>
            <a:ext cx="4160203" cy="2253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타원 17">
            <a:extLst>
              <a:ext uri="{FF2B5EF4-FFF2-40B4-BE49-F238E27FC236}">
                <a16:creationId xmlns:a16="http://schemas.microsoft.com/office/drawing/2014/main" id="{66F7BF10-539B-3953-DD99-C06A1412385C}"/>
              </a:ext>
            </a:extLst>
          </p:cNvPr>
          <p:cNvSpPr/>
          <p:nvPr/>
        </p:nvSpPr>
        <p:spPr>
          <a:xfrm>
            <a:off x="8991600" y="5521960"/>
            <a:ext cx="81280" cy="81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E636C0B-0A3A-5A12-2ED7-925084B55453}"/>
              </a:ext>
            </a:extLst>
          </p:cNvPr>
          <p:cNvSpPr/>
          <p:nvPr/>
        </p:nvSpPr>
        <p:spPr>
          <a:xfrm>
            <a:off x="9143683" y="5523850"/>
            <a:ext cx="81280" cy="81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64EC9002-F733-51A0-678C-7E551E6112C9}"/>
              </a:ext>
            </a:extLst>
          </p:cNvPr>
          <p:cNvSpPr/>
          <p:nvPr/>
        </p:nvSpPr>
        <p:spPr>
          <a:xfrm>
            <a:off x="9294813" y="5521960"/>
            <a:ext cx="81280" cy="8128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610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9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3C28B9D-B691-B467-4F57-18BB7A0496E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73"/>
          <a:stretch/>
        </p:blipFill>
        <p:spPr>
          <a:xfrm>
            <a:off x="400458" y="1651247"/>
            <a:ext cx="8824505" cy="31379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DB0565-C1BD-9D5B-4034-047CFDD17F2A}"/>
              </a:ext>
            </a:extLst>
          </p:cNvPr>
          <p:cNvSpPr txBox="1"/>
          <p:nvPr/>
        </p:nvSpPr>
        <p:spPr>
          <a:xfrm>
            <a:off x="617537" y="616144"/>
            <a:ext cx="827500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이산화질소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sz="20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18826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10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46C0CE-517A-512B-E572-88D3B07283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25" b="7953"/>
          <a:stretch/>
        </p:blipFill>
        <p:spPr>
          <a:xfrm>
            <a:off x="364596" y="1575941"/>
            <a:ext cx="8951489" cy="40777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92F5B44-71EA-A3F5-B5C7-B80E9C2E5CFF}"/>
              </a:ext>
            </a:extLst>
          </p:cNvPr>
          <p:cNvSpPr txBox="1"/>
          <p:nvPr/>
        </p:nvSpPr>
        <p:spPr>
          <a:xfrm>
            <a:off x="617537" y="616144"/>
            <a:ext cx="827500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이산화질소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sz="20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6251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11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4"/>
            <a:ext cx="75320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결과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이산화질소 농도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 </a:t>
            </a:r>
            <a:r>
              <a:rPr lang="ko-KR" altLang="en-US" sz="20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24A4237-693F-2DC5-5602-9E6DE2176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37" y="1145056"/>
            <a:ext cx="5661525" cy="3016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D15296F-002A-0CC3-3BEB-E230FA20C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459" y="1986386"/>
            <a:ext cx="5661525" cy="3016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3741783-7078-003C-1C9C-21DA66EB6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2218" y="3409309"/>
            <a:ext cx="5661512" cy="30166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715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3"/>
            <a:ext cx="7213917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지하철 이용자 수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FEF61-FEEF-0F50-3462-77BB9EF2E5EF}"/>
              </a:ext>
            </a:extLst>
          </p:cNvPr>
          <p:cNvSpPr txBox="1"/>
          <p:nvPr/>
        </p:nvSpPr>
        <p:spPr>
          <a:xfrm>
            <a:off x="504190" y="1333018"/>
            <a:ext cx="6491923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지하철 이용자 수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코로나 </a:t>
            </a:r>
            <a:r>
              <a:rPr lang="ko-KR" altLang="en-US" sz="2000" b="1" dirty="0" err="1">
                <a:solidFill>
                  <a:srgbClr val="FF0000"/>
                </a:solidFill>
                <a:latin typeface="+mn-ea"/>
              </a:rPr>
              <a:t>확진자</a:t>
            </a:r>
            <a:endParaRPr lang="en-US" altLang="ko-KR" sz="20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D97414-25FD-AFC8-51DC-F1E3B724B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99" y="1692730"/>
            <a:ext cx="7626955" cy="46180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4042244-D9F6-D3FB-6EE8-FDAB0DFF4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4312691"/>
            <a:ext cx="3369281" cy="1998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3119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4"/>
            <a:ext cx="7213917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지하철 이용자 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&amp;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코로나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확진자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969B59E-0414-C37F-2180-A89DBA8CF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" y="1250436"/>
            <a:ext cx="9396957" cy="489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13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2F4180B-B151-A210-E086-68E8C0A1C7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59"/>
          <a:stretch/>
        </p:blipFill>
        <p:spPr>
          <a:xfrm>
            <a:off x="375648" y="1481348"/>
            <a:ext cx="6918772" cy="33878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8AFD92-9FF9-0280-0209-18A38B3E93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4" t="1098" b="-1098"/>
          <a:stretch/>
        </p:blipFill>
        <p:spPr>
          <a:xfrm>
            <a:off x="3465299" y="3175264"/>
            <a:ext cx="6215911" cy="29810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905A68-3012-B747-16AD-5679C70597C1}"/>
              </a:ext>
            </a:extLst>
          </p:cNvPr>
          <p:cNvSpPr txBox="1"/>
          <p:nvPr/>
        </p:nvSpPr>
        <p:spPr>
          <a:xfrm>
            <a:off x="617537" y="616144"/>
            <a:ext cx="7213917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지하철 이용자 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&amp;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코로나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확진자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84343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15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0584A3-8000-23AD-105D-843208410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83" y="1528697"/>
            <a:ext cx="9070382" cy="4488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DC684A-FD80-6344-2F35-CBB3F718A122}"/>
              </a:ext>
            </a:extLst>
          </p:cNvPr>
          <p:cNvSpPr txBox="1"/>
          <p:nvPr/>
        </p:nvSpPr>
        <p:spPr>
          <a:xfrm>
            <a:off x="617537" y="616144"/>
            <a:ext cx="7213917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지하철 이용자 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&amp;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코로나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확진자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7301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7831454" y="1047029"/>
            <a:ext cx="1484631" cy="980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16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49E78-937C-FC7E-EEDD-D9A10B77927E}"/>
              </a:ext>
            </a:extLst>
          </p:cNvPr>
          <p:cNvSpPr txBox="1"/>
          <p:nvPr/>
        </p:nvSpPr>
        <p:spPr>
          <a:xfrm>
            <a:off x="617537" y="616144"/>
            <a:ext cx="7213917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결과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(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지하철 이용자 수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&amp;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코로나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확진자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EC1D2B2-EA59-F780-5DC4-B92ACE88F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52" y="1329521"/>
            <a:ext cx="8794817" cy="3793552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A35D67A-1757-6BC0-78ED-45FF8C195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790" y="3485507"/>
            <a:ext cx="5096646" cy="27563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021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8422640" y="1047030"/>
            <a:ext cx="893445" cy="9802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17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3"/>
            <a:ext cx="78749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공공 자전거 이용자 수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38D21-9DD5-CBD0-C31C-2B0C69408017}"/>
              </a:ext>
            </a:extLst>
          </p:cNvPr>
          <p:cNvSpPr txBox="1"/>
          <p:nvPr/>
        </p:nvSpPr>
        <p:spPr>
          <a:xfrm>
            <a:off x="453439" y="1277155"/>
            <a:ext cx="6491923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-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공공 자전거 이용자 수 </a:t>
            </a:r>
            <a:r>
              <a:rPr lang="en-US" altLang="ko-KR" sz="2000" b="1" dirty="0">
                <a:solidFill>
                  <a:srgbClr val="FF0000"/>
                </a:solidFill>
                <a:latin typeface="+mn-ea"/>
              </a:rPr>
              <a:t>&amp; </a:t>
            </a:r>
            <a:r>
              <a:rPr lang="ko-KR" altLang="en-US" sz="2000" b="1" dirty="0">
                <a:solidFill>
                  <a:srgbClr val="FF0000"/>
                </a:solidFill>
                <a:latin typeface="+mn-ea"/>
              </a:rPr>
              <a:t>코로나 </a:t>
            </a:r>
            <a:r>
              <a:rPr lang="ko-KR" altLang="en-US" sz="2000" b="1" dirty="0" err="1">
                <a:solidFill>
                  <a:srgbClr val="FF0000"/>
                </a:solidFill>
                <a:latin typeface="+mn-ea"/>
              </a:rPr>
              <a:t>확진자</a:t>
            </a:r>
            <a:endParaRPr lang="en-US" altLang="ko-KR" sz="20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3CFD11-B5B6-206C-C461-FF86A0C47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39" y="1784768"/>
            <a:ext cx="8915082" cy="364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2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8422640" y="1047030"/>
            <a:ext cx="893445" cy="9802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3"/>
            <a:ext cx="78749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공공 자전거 이용자 수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2868328-71F5-221F-B94B-95DFB7A8D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1253314"/>
            <a:ext cx="7149302" cy="5131300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07DEA2F-2E91-63C2-373E-C94757FB8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920" y="1477917"/>
            <a:ext cx="4532130" cy="25340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137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8422640" y="1047030"/>
            <a:ext cx="893445" cy="9802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19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3"/>
            <a:ext cx="78749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및 시각화 진행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공공 자전거 이용자 수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4CEF19-4C41-3E3B-B89C-EB181B0DD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1477917"/>
            <a:ext cx="8039735" cy="419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402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8422640" y="1047030"/>
            <a:ext cx="893445" cy="9802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20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17537" y="616143"/>
            <a:ext cx="78749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분석 결과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공공 자전거 이용자 수 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&amp; </a:t>
            </a:r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코로나 </a:t>
            </a:r>
            <a:r>
              <a:rPr lang="ko-KR" altLang="en-US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확진자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EA6B131-BE08-58D4-CB1D-AB5CA99C1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15" y="1520497"/>
            <a:ext cx="7048884" cy="47213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E93FCF-B6D0-C292-F49F-1546AC424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4410" y="3251236"/>
            <a:ext cx="4953000" cy="7548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2221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2E6E45A-79FF-4B76-9D3B-7EC4F666022A}"/>
              </a:ext>
            </a:extLst>
          </p:cNvPr>
          <p:cNvCxnSpPr/>
          <p:nvPr/>
        </p:nvCxnSpPr>
        <p:spPr>
          <a:xfrm>
            <a:off x="589915" y="1145057"/>
            <a:ext cx="8726170" cy="0"/>
          </a:xfrm>
          <a:prstGeom prst="line">
            <a:avLst/>
          </a:prstGeom>
          <a:ln w="952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188928-9D90-418F-B6D2-9F2275C4E55E}"/>
              </a:ext>
            </a:extLst>
          </p:cNvPr>
          <p:cNvSpPr/>
          <p:nvPr/>
        </p:nvSpPr>
        <p:spPr>
          <a:xfrm>
            <a:off x="8422640" y="1047030"/>
            <a:ext cx="893445" cy="9802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F0A3C2-1F06-42C5-AEF8-92D2D6F197C8}"/>
              </a:ext>
            </a:extLst>
          </p:cNvPr>
          <p:cNvSpPr/>
          <p:nvPr/>
        </p:nvSpPr>
        <p:spPr>
          <a:xfrm>
            <a:off x="597852" y="616143"/>
            <a:ext cx="68898" cy="43088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83EA7-DB90-4F97-B32A-69C6FEDF24A4}"/>
              </a:ext>
            </a:extLst>
          </p:cNvPr>
          <p:cNvSpPr/>
          <p:nvPr/>
        </p:nvSpPr>
        <p:spPr>
          <a:xfrm>
            <a:off x="589915" y="6596742"/>
            <a:ext cx="8758918" cy="26125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CCE48B08-7399-45AB-8C59-1F6FBC3833D8}"/>
              </a:ext>
            </a:extLst>
          </p:cNvPr>
          <p:cNvSpPr txBox="1">
            <a:spLocks/>
          </p:cNvSpPr>
          <p:nvPr/>
        </p:nvSpPr>
        <p:spPr>
          <a:xfrm>
            <a:off x="6996113" y="654480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8A270AE-02F3-4DA7-9197-06A5217B5FC3}" type="slidenum">
              <a:rPr lang="ko-KR" altLang="en-US" smtClean="0">
                <a:solidFill>
                  <a:schemeClr val="bg1"/>
                </a:solidFill>
              </a:rPr>
              <a:pPr/>
              <a:t>21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0381FA-F697-4DE7-8EEE-6174A3F79A82}"/>
              </a:ext>
            </a:extLst>
          </p:cNvPr>
          <p:cNvSpPr txBox="1"/>
          <p:nvPr/>
        </p:nvSpPr>
        <p:spPr>
          <a:xfrm>
            <a:off x="666750" y="616143"/>
            <a:ext cx="7874953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28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마무리</a:t>
            </a:r>
            <a:endParaRPr lang="en-US" altLang="ko-KR" sz="2800" b="1" dirty="0">
              <a:solidFill>
                <a:schemeClr val="accent6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0982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0"/>
          <p:cNvGrpSpPr>
            <a:grpSpLocks/>
          </p:cNvGrpSpPr>
          <p:nvPr/>
        </p:nvGrpSpPr>
        <p:grpSpPr bwMode="auto">
          <a:xfrm>
            <a:off x="1168546" y="1916003"/>
            <a:ext cx="7670506" cy="1512997"/>
            <a:chOff x="2298700" y="2575509"/>
            <a:chExt cx="7670506" cy="1513735"/>
          </a:xfrm>
        </p:grpSpPr>
        <p:grpSp>
          <p:nvGrpSpPr>
            <p:cNvPr id="16" name="그룹 11"/>
            <p:cNvGrpSpPr>
              <a:grpSpLocks/>
            </p:cNvGrpSpPr>
            <p:nvPr/>
          </p:nvGrpSpPr>
          <p:grpSpPr bwMode="auto">
            <a:xfrm>
              <a:off x="2301814" y="2913970"/>
              <a:ext cx="7667392" cy="1175274"/>
              <a:chOff x="2301814" y="2551113"/>
              <a:chExt cx="7667392" cy="1175274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2400299" y="2551113"/>
                <a:ext cx="7568907" cy="117527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301814" y="2830793"/>
                <a:ext cx="7654330" cy="5850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3200" b="1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돋움" panose="020B0604000101010101" pitchFamily="50" charset="-127"/>
                  </a:rPr>
                  <a:t>감사합니다</a:t>
                </a:r>
              </a:p>
            </p:txBody>
          </p:sp>
        </p:grpSp>
        <p:sp>
          <p:nvSpPr>
            <p:cNvPr id="17" name="직사각형 16"/>
            <p:cNvSpPr/>
            <p:nvPr/>
          </p:nvSpPr>
          <p:spPr>
            <a:xfrm>
              <a:off x="2298700" y="2575509"/>
              <a:ext cx="70231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ln>
                    <a:solidFill>
                      <a:schemeClr val="tx1">
                        <a:lumMod val="75000"/>
                        <a:lumOff val="25000"/>
                        <a:alpha val="30000"/>
                      </a:schemeClr>
                    </a:solidFill>
                  </a:ln>
                  <a:solidFill>
                    <a:schemeClr val="accent6">
                      <a:lumMod val="50000"/>
                    </a:schemeClr>
                  </a:solidFill>
                  <a:latin typeface="+mn-ea"/>
                </a:rPr>
                <a:t>Big Data Language</a:t>
              </a:r>
              <a:endPara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72E5F2A-6905-14B7-25FC-50CEB267EB50}"/>
              </a:ext>
            </a:extLst>
          </p:cNvPr>
          <p:cNvSpPr txBox="1"/>
          <p:nvPr/>
        </p:nvSpPr>
        <p:spPr>
          <a:xfrm>
            <a:off x="7386816" y="5499051"/>
            <a:ext cx="2545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201_2040__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정효준</a:t>
            </a:r>
            <a:b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</a:b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20172040__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홍성혁</a:t>
            </a:r>
            <a:b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</a:b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20182040__ </a:t>
            </a:r>
            <a:r>
              <a:rPr lang="ko-KR" altLang="en-US" b="1" dirty="0" err="1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장효영</a:t>
            </a:r>
            <a:b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</a:br>
            <a:r>
              <a:rPr lang="en-US" altLang="ko-KR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2021204058 </a:t>
            </a:r>
            <a:r>
              <a:rPr lang="ko-KR" altLang="en-US" b="1" dirty="0">
                <a:ln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latin typeface="+mn-ea"/>
              </a:rPr>
              <a:t>이태연</a:t>
            </a:r>
          </a:p>
        </p:txBody>
      </p:sp>
    </p:spTree>
    <p:extLst>
      <p:ext uri="{BB962C8B-B14F-4D97-AF65-F5344CB8AC3E}">
        <p14:creationId xmlns:p14="http://schemas.microsoft.com/office/powerpoint/2010/main" val="3775016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20441</TotalTime>
  <Words>449</Words>
  <Application>Microsoft Office PowerPoint</Application>
  <PresentationFormat>A4 용지(210x297mm)</PresentationFormat>
  <Paragraphs>86</Paragraphs>
  <Slides>22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나눔고딕</vt:lpstr>
      <vt:lpstr>나눔바른고딕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이태연</dc:creator>
  <cp:lastModifiedBy>태연</cp:lastModifiedBy>
  <cp:revision>9</cp:revision>
  <cp:lastPrinted>2021-09-28T22:01:18Z</cp:lastPrinted>
  <dcterms:created xsi:type="dcterms:W3CDTF">2016-06-12T15:10:43Z</dcterms:created>
  <dcterms:modified xsi:type="dcterms:W3CDTF">2022-06-14T09:46:58Z</dcterms:modified>
</cp:coreProperties>
</file>